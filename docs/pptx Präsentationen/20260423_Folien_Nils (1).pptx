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wdp" ContentType="image/vnd.ms-photo"/>
  <Default Extension="xml" ContentType="application/xml"/>
  <Override PartName="/ppt/slideLayouts/slideLayout4.xml" ContentType="application/vnd.openxmlformats-officedocument.presentationml.slideLayout+xml"/>
  <Override PartName="/ppt/revisionInfo.xml" ContentType="application/vnd.ms-powerpoint.revisioninfo+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Slides/notesSlide4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1.xml" ContentType="application/vnd.openxmlformats-officedocument.presentationml.slide+xml"/>
  <Override PartName="/ppt/handoutMasters/handoutMaster1.xml" ContentType="application/vnd.openxmlformats-officedocument.presentationml.handoutMaster+xml"/>
  <Override PartName="/ppt/slideMasters/slideMaster1.xml" ContentType="application/vnd.openxmlformats-officedocument.presentationml.slideMaster+xml"/>
  <Override PartName="/ppt/notesSlides/notesSlide3.xml" ContentType="application/vnd.openxmlformats-officedocument.presentationml.notesSlide+xml"/>
  <Override PartName="/ppt/slides/slide5.xml" ContentType="application/vnd.openxmlformats-officedocument.presentationml.slide+xml"/>
  <Override PartName="/ppt/slideLayouts/slideLayout30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5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3.xml" ContentType="application/vnd.openxmlformats-officedocument.presentationml.slideLayout+xml"/>
  <Override PartName="/ppt/presentation.xml" ContentType="application/vnd.openxmlformats-officedocument.presentationml.presentation.main+xml"/>
  <Override PartName="/ppt/slideMasters/slideMaster3.xml" ContentType="application/vnd.openxmlformats-officedocument.presentationml.slideMaster+xml"/>
  <Override PartName="/ppt/viewProps.xml" ContentType="application/vnd.openxmlformats-officedocument.presentationml.viewProps+xml"/>
  <Override PartName="/ppt/notesSlides/notesSlide1.xml" ContentType="application/vnd.openxmlformats-officedocument.presentationml.notes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21.xml" ContentType="application/vnd.openxmlformats-officedocument.presentationml.slideLayout+xml"/>
  <Override PartName="/ppt/theme/theme4.xml" ContentType="application/vnd.openxmlformats-officedocument.them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6.xml" ContentType="application/vnd.openxmlformats-officedocument.presentationml.notesSlide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5.xml" ContentType="application/vnd.openxmlformats-officedocument.presentationml.slideLayout+xml"/>
  <Override PartName="/ppt/theme/theme6.xml" ContentType="application/vnd.openxmlformats-officedocument.theme+xml"/>
  <Override PartName="/ppt/slideLayouts/slideLayout6.xml" ContentType="application/vnd.openxmlformats-officedocument.presentationml.slideLayout+xml"/>
  <Override PartName="/ppt/theme/theme8.xml" ContentType="application/vnd.openxmlformats-officedocument.them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slideMasters/slideMaster2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7.xml" ContentType="application/vnd.openxmlformats-officedocument.theme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  <p:sldMasterId id="2147483708" r:id="rId2"/>
    <p:sldMasterId id="2147483723" r:id="rId3"/>
    <p:sldMasterId id="2147483742" r:id="rId4"/>
    <p:sldMasterId id="2147483748" r:id="rId5"/>
    <p:sldMasterId id="2147483753" r:id="rId6"/>
  </p:sldMasterIdLst>
  <p:notesMasterIdLst>
    <p:notesMasterId r:id="rId14"/>
  </p:notesMasterIdLst>
  <p:handoutMasterIdLst>
    <p:handoutMasterId r:id="rId15"/>
  </p:handoutMasterIdLst>
  <p:sldIdLst>
    <p:sldId id="695" r:id="rId7"/>
    <p:sldId id="851" r:id="rId8"/>
    <p:sldId id="790" r:id="rId9"/>
    <p:sldId id="794" r:id="rId10"/>
    <p:sldId id="946" r:id="rId11"/>
    <p:sldId id="952" r:id="rId12"/>
    <p:sldId id="961" r:id="rId13"/>
  </p:sldIdLst>
  <p:sldSz cx="12192000" cy="6858000"/>
  <p:notesSz cx="6858000" cy="9144000"/>
  <p:defaultTextStyle>
    <a:defPPr>
      <a:defRPr lang="en-US"/>
    </a:defPPr>
    <a:lvl1pPr marL="0" algn="l" defTabSz="855878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1pPr>
    <a:lvl2pPr marL="427939" algn="l" defTabSz="855878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2pPr>
    <a:lvl3pPr marL="855878" algn="l" defTabSz="855878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3pPr>
    <a:lvl4pPr marL="1283818" algn="l" defTabSz="855878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4pPr>
    <a:lvl5pPr marL="1711757" algn="l" defTabSz="855878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5pPr>
    <a:lvl6pPr marL="2139696" algn="l" defTabSz="855878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6pPr>
    <a:lvl7pPr marL="2567635" algn="l" defTabSz="855878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7pPr>
    <a:lvl8pPr marL="2995574" algn="l" defTabSz="855878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8pPr>
    <a:lvl9pPr marL="3423514" algn="l" defTabSz="855878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rt" id="{E5383334-4AF6-4AE4-A88B-8C4F1A93A350}">
          <p14:sldIdLst>
            <p14:sldId id="695"/>
          </p14:sldIdLst>
        </p14:section>
        <p14:section name="Motivation" id="{79FBEED5-CF0D-4E07-9CF8-97DCF32DC846}">
          <p14:sldIdLst>
            <p14:sldId id="851"/>
          </p14:sldIdLst>
        </p14:section>
        <p14:section name="Heating Behaviour" id="{DB133191-B6C7-4BC7-810E-29CD8B1C5154}">
          <p14:sldIdLst>
            <p14:sldId id="790"/>
            <p14:sldId id="794"/>
          </p14:sldIdLst>
        </p14:section>
        <p14:section name="Methane Reforming" id="{DD3D4298-5E71-44DB-AA35-B0732AC26A2C}">
          <p14:sldIdLst>
            <p14:sldId id="946"/>
            <p14:sldId id="952"/>
          </p14:sldIdLst>
        </p14:section>
        <p14:section name="End" id="{BCFF8672-2C32-4655-AE86-F1A349DA3894}">
          <p14:sldIdLst>
            <p14:sldId id="961"/>
          </p14:sldIdLst>
        </p14:section>
        <p14:section name="Supporting Information" id="{7FF1B34F-2DE4-4DC8-85FA-D95BA0FECEAC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4110" userDrawn="1">
          <p15:clr>
            <a:srgbClr val="A4A3A4"/>
          </p15:clr>
        </p15:guide>
        <p15:guide id="2" pos="2116" userDrawn="1">
          <p15:clr>
            <a:srgbClr val="A4A3A4"/>
          </p15:clr>
        </p15:guide>
        <p15:guide id="3" orient="horz" pos="4133" userDrawn="1">
          <p15:clr>
            <a:srgbClr val="A4A3A4"/>
          </p15:clr>
        </p15:guide>
        <p15:guide id="4" pos="350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0DFD7"/>
    <a:srgbClr val="B3B09D"/>
    <a:srgbClr val="FFFFFF"/>
    <a:srgbClr val="000000"/>
    <a:srgbClr val="EBEBDF"/>
    <a:srgbClr val="32CBFF"/>
    <a:srgbClr val="FFFF00"/>
    <a:srgbClr val="89C34B"/>
    <a:srgbClr val="FF0000"/>
    <a:srgbClr val="FFD5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8CFF91-C8BF-4431-96C8-4AD49443F613}" v="4" dt="2026-04-23T14:24:44.29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ittlere Formatvorlage 2 - Akz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63438" autoAdjust="0"/>
  </p:normalViewPr>
  <p:slideViewPr>
    <p:cSldViewPr snapToGrid="0">
      <p:cViewPr varScale="1">
        <p:scale>
          <a:sx n="70" d="100"/>
          <a:sy n="70" d="100"/>
        </p:scale>
        <p:origin x="2118" y="66"/>
      </p:cViewPr>
      <p:guideLst>
        <p:guide orient="horz" pos="4110"/>
        <p:guide pos="2116"/>
        <p:guide orient="horz" pos="4133"/>
        <p:guide pos="350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21" Type="http://schemas.openxmlformats.org/officeDocument/2006/relationships/customXml" Target="../customXml/item1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5.xml"/><Relationship Id="rId15" Type="http://schemas.openxmlformats.org/officeDocument/2006/relationships/handoutMaster" Target="handoutMasters/handoutMaster1.xml"/><Relationship Id="rId23" Type="http://schemas.openxmlformats.org/officeDocument/2006/relationships/customXml" Target="../customXml/item3.xml"/><Relationship Id="rId10" Type="http://schemas.openxmlformats.org/officeDocument/2006/relationships/slide" Target="slides/slide4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notesMaster" Target="notesMasters/notesMaster1.xml"/><Relationship Id="rId22" Type="http://schemas.openxmlformats.org/officeDocument/2006/relationships/customXml" Target="../customXml/item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468313" y="243069"/>
            <a:ext cx="5903912" cy="458788"/>
          </a:xfrm>
          <a:prstGeom prst="rect">
            <a:avLst/>
          </a:prstGeom>
        </p:spPr>
        <p:txBody>
          <a:bodyPr vert="horz" lIns="0" tIns="0" rIns="0" bIns="0" rtlCol="0"/>
          <a:lstStyle>
            <a:lvl1pPr algn="l">
              <a:defRPr sz="1200"/>
            </a:lvl1pPr>
          </a:lstStyle>
          <a:p>
            <a:r>
              <a:rPr lang="en-US" b="1"/>
              <a:t>Titel der Präsentation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5483506" y="8777812"/>
            <a:ext cx="648000" cy="14400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1200"/>
            </a:lvl1pPr>
          </a:lstStyle>
          <a:p>
            <a:pPr algn="l"/>
            <a:fld id="{08D7AA7A-2C13-4C01-9FF7-77FE9A86EBCC}" type="datetime1">
              <a:rPr lang="de-DE" sz="800" smtClean="0"/>
              <a:t>23.04.2026</a:t>
            </a:fld>
            <a:endParaRPr lang="en-US" sz="80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468313" y="8777813"/>
            <a:ext cx="4500000" cy="14400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200"/>
            </a:lvl1pPr>
          </a:lstStyle>
          <a:p>
            <a:r>
              <a:rPr lang="en-US" sz="800"/>
              <a:t>Universität Stuttgart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6270195" y="8777813"/>
            <a:ext cx="360000" cy="14400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1200"/>
            </a:lvl1pPr>
          </a:lstStyle>
          <a:p>
            <a:pPr algn="l"/>
            <a:fld id="{EE9A79A6-2547-4C8F-B0ED-316280A1A122}" type="slidenum">
              <a:rPr lang="en-US" sz="800" smtClean="0"/>
              <a:pPr algn="l"/>
              <a:t>‹Nr.›</a:t>
            </a:fld>
            <a:endParaRPr lang="en-US" sz="800"/>
          </a:p>
        </p:txBody>
      </p:sp>
    </p:spTree>
    <p:extLst>
      <p:ext uri="{BB962C8B-B14F-4D97-AF65-F5344CB8AC3E}">
        <p14:creationId xmlns:p14="http://schemas.microsoft.com/office/powerpoint/2010/main" val="2561533372"/>
      </p:ext>
    </p:extLst>
  </p:cSld>
  <p:clrMap bg1="lt1" tx1="dk1" bg2="lt2" tx2="dk2" accent1="accent1" accent2="accent2" accent3="accent3" accent4="accent4" accent5="accent5" accent6="accent6" hlink="hlink" folHlink="folHlink"/>
  <p:hf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95" userDrawn="1">
          <p15:clr>
            <a:srgbClr val="F26B43"/>
          </p15:clr>
        </p15:guide>
        <p15:guide id="3" pos="4014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468000" y="244800"/>
            <a:ext cx="5904000" cy="458788"/>
          </a:xfrm>
          <a:prstGeom prst="rect">
            <a:avLst/>
          </a:prstGeom>
        </p:spPr>
        <p:txBody>
          <a:bodyPr vert="horz" lIns="0" tIns="0" rIns="0" bIns="0" rtlCol="0"/>
          <a:lstStyle>
            <a:lvl1pPr algn="l">
              <a:defRPr sz="1200" b="1"/>
            </a:lvl1pPr>
          </a:lstStyle>
          <a:p>
            <a:r>
              <a:rPr lang="en-US" err="1"/>
              <a:t>Titel</a:t>
            </a:r>
            <a:r>
              <a:rPr lang="en-US"/>
              <a:t> der </a:t>
            </a:r>
            <a:r>
              <a:rPr lang="en-US" err="1"/>
              <a:t>Präsentation</a:t>
            </a:r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5482800" y="8776800"/>
            <a:ext cx="648000" cy="14400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800"/>
            </a:lvl1pPr>
          </a:lstStyle>
          <a:p>
            <a:fld id="{6AD4433F-1162-4B11-AB42-E435537AC8C9}" type="datetime1">
              <a:rPr lang="de-DE" smtClean="0"/>
              <a:t>23.04.2026</a:t>
            </a:fld>
            <a:endParaRPr lang="en-US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-217488" y="1009650"/>
            <a:ext cx="5486401" cy="3086100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468313" y="4400550"/>
            <a:ext cx="5903912" cy="360045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468000" y="8776800"/>
            <a:ext cx="4500000" cy="14400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800"/>
            </a:lvl1pPr>
          </a:lstStyle>
          <a:p>
            <a:r>
              <a:rPr lang="en-US" err="1"/>
              <a:t>Universität</a:t>
            </a:r>
            <a:r>
              <a:rPr lang="en-US"/>
              <a:t> Stuttgart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6271200" y="8776800"/>
            <a:ext cx="360000" cy="14400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800"/>
            </a:lvl1pPr>
          </a:lstStyle>
          <a:p>
            <a:fld id="{05DD1DF0-DD4E-4B0C-B0FD-D16D9D2A9750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985705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217170" indent="-217170" algn="l" defTabSz="855878" rtl="0" eaLnBrk="1" latinLnBrk="0" hangingPunct="1">
      <a:lnSpc>
        <a:spcPct val="120000"/>
      </a:lnSpc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30530" indent="-213360" algn="l" defTabSz="855878" rtl="0" eaLnBrk="1" latinLnBrk="0" hangingPunct="1">
      <a:lnSpc>
        <a:spcPct val="120000"/>
      </a:lnSpc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645796" indent="-215266" algn="l" defTabSz="855878" rtl="0" eaLnBrk="1" latinLnBrk="0" hangingPunct="1">
      <a:lnSpc>
        <a:spcPct val="120000"/>
      </a:lnSpc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862966" indent="-217170" algn="l" defTabSz="855878" rtl="0" eaLnBrk="1" latinLnBrk="0" hangingPunct="1">
      <a:lnSpc>
        <a:spcPct val="120000"/>
      </a:lnSpc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076326" indent="-213360" algn="l" defTabSz="855878" rtl="0" eaLnBrk="1" latinLnBrk="0" hangingPunct="1">
      <a:lnSpc>
        <a:spcPct val="120000"/>
      </a:lnSpc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139696" algn="l" defTabSz="855878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6pPr>
    <a:lvl7pPr marL="2567635" algn="l" defTabSz="855878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7pPr>
    <a:lvl8pPr marL="2995574" algn="l" defTabSz="855878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8pPr>
    <a:lvl9pPr marL="3423514" algn="l" defTabSz="855878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95" userDrawn="1">
          <p15:clr>
            <a:srgbClr val="F26B43"/>
          </p15:clr>
        </p15:guide>
        <p15:guide id="3" pos="4014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Kopfzeilenplatzhalt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err="1"/>
              <a:t>Titel</a:t>
            </a:r>
            <a:r>
              <a:rPr lang="en-US"/>
              <a:t> der Präsentation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C449CFE2-7503-4DC8-BEB0-DFB2004F4F88}" type="datetime1">
              <a:rPr lang="de-DE" smtClean="0"/>
              <a:t>23.04.2026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Universität Stuttgart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DD1DF0-DD4E-4B0C-B0FD-D16D9D2A9750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0180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47D6F-872F-1766-788B-CE9497E1B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3244D228-A7A1-68EA-FCA3-16605315FE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8195E08B-A1E1-BC98-C9F8-9F9E45E49D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lang="de-D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Kopfzeilenplatzhalter 3">
            <a:extLst>
              <a:ext uri="{FF2B5EF4-FFF2-40B4-BE49-F238E27FC236}">
                <a16:creationId xmlns:a16="http://schemas.microsoft.com/office/drawing/2014/main" id="{F2486546-CB10-FF89-FE86-B4625F391490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Titel der Präsentation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4F2C397-00DB-2D95-769F-4035038FC3CA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A1A3D11A-9C4B-4F77-9A9D-F43B184695FB}" type="datetime1">
              <a:rPr lang="de-DE" smtClean="0"/>
              <a:t>23.04.2026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AD6866B-18A0-040C-EACE-F3B35F84FC3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Universität Stuttgart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AEF6C5E-BEE8-CA21-AF46-039687410C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DD1DF0-DD4E-4B0C-B0FD-D16D9D2A9750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8916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lang="de-D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Kopfzeilenplatzhalt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Titel der Präsentation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C20B0118-5F60-4940-8D23-0D93A880D40E}" type="datetime1">
              <a:rPr lang="de-DE" smtClean="0"/>
              <a:t>23.04.2026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Universität Stuttgart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DD1DF0-DD4E-4B0C-B0FD-D16D9D2A9750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72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lang="de-DE" sz="1800" dirty="0"/>
          </a:p>
        </p:txBody>
      </p:sp>
      <p:sp>
        <p:nvSpPr>
          <p:cNvPr id="4" name="Kopfzeilenplatzhalt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Titel der Präsentation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0EA63CB1-1D9C-4BE7-AB0E-18018051F4BD}" type="datetime1">
              <a:rPr lang="de-DE" smtClean="0"/>
              <a:t>23.04.2026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Universität Stuttgart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DD1DF0-DD4E-4B0C-B0FD-D16D9D2A9750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0317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489182-3AFD-A671-CC17-72DF7B9CB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E4FF54B9-1C14-256E-3F32-91B50F0648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49BC30D8-9425-23BD-31A2-775AA917FE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lang="de-D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Kopfzeilenplatzhalter 3">
            <a:extLst>
              <a:ext uri="{FF2B5EF4-FFF2-40B4-BE49-F238E27FC236}">
                <a16:creationId xmlns:a16="http://schemas.microsoft.com/office/drawing/2014/main" id="{6770E90B-C2D2-A5F4-7843-EE60E9C5B5C4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Titel der Präsentation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F633F38-64FF-E426-152C-D3BD817AB453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444D585-E45F-4D54-9F60-8FE07AD78575}" type="datetime1">
              <a:rPr lang="de-DE" smtClean="0"/>
              <a:t>23.04.2026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6C60891-8186-67B3-417B-234A5B4011E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Universität Stuttgart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6B21D88-BED2-2762-911A-47B56EE19A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DD1DF0-DD4E-4B0C-B0FD-D16D9D2A9750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46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Kopfzeilenplatzhalt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Titel der Präsentation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C84ADEFB-E827-4975-B384-5274FB39E800}" type="datetime1">
              <a:rPr lang="de-DE" smtClean="0"/>
              <a:t>23.04.2026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Universität Stuttgart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DD1DF0-DD4E-4B0C-B0FD-D16D9D2A9750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5323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Kopfzeilenplatzhalt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Titel der Präsentation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6AD4433F-1162-4B11-AB42-E435537AC8C9}" type="datetime1">
              <a:rPr lang="de-DE" smtClean="0"/>
              <a:t>23.04.2026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Universität Stuttgart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DD1DF0-DD4E-4B0C-B0FD-D16D9D2A9750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6070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1 Institute Sublogo un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8"/>
          <p:cNvSpPr>
            <a:spLocks noGrp="1"/>
          </p:cNvSpPr>
          <p:nvPr>
            <p:ph type="pic" sz="quarter" idx="10"/>
          </p:nvPr>
        </p:nvSpPr>
        <p:spPr>
          <a:xfrm>
            <a:off x="0" y="1657351"/>
            <a:ext cx="12192000" cy="4450086"/>
          </a:xfrm>
          <a:solidFill>
            <a:schemeClr val="bg1">
              <a:lumMod val="85000"/>
            </a:schemeClr>
          </a:solidFill>
        </p:spPr>
        <p:txBody>
          <a:bodyPr lIns="86400"/>
          <a:lstStyle>
            <a:lvl1pPr marL="0" indent="0">
              <a:buNone/>
              <a:defRPr sz="1400"/>
            </a:lvl1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13" name="Titel 12"/>
          <p:cNvSpPr>
            <a:spLocks noGrp="1"/>
          </p:cNvSpPr>
          <p:nvPr>
            <p:ph type="ctrTitle"/>
          </p:nvPr>
        </p:nvSpPr>
        <p:spPr>
          <a:xfrm>
            <a:off x="6943200" y="165977"/>
            <a:ext cx="5248800" cy="5941460"/>
          </a:xfrm>
          <a:custGeom>
            <a:avLst/>
            <a:gdLst>
              <a:gd name="connsiteX0" fmla="*/ 2919324 w 4494916"/>
              <a:gd name="connsiteY0" fmla="*/ 0 h 5089347"/>
              <a:gd name="connsiteX1" fmla="*/ 4310847 w 4494916"/>
              <a:gd name="connsiteY1" fmla="*/ 352347 h 5089347"/>
              <a:gd name="connsiteX2" fmla="*/ 4494916 w 4494916"/>
              <a:gd name="connsiteY2" fmla="*/ 464171 h 5089347"/>
              <a:gd name="connsiteX3" fmla="*/ 4494916 w 4494916"/>
              <a:gd name="connsiteY3" fmla="*/ 5089347 h 5089347"/>
              <a:gd name="connsiteX4" fmla="*/ 971404 w 4494916"/>
              <a:gd name="connsiteY4" fmla="*/ 5089347 h 5089347"/>
              <a:gd name="connsiteX5" fmla="*/ 855050 w 4494916"/>
              <a:gd name="connsiteY5" fmla="*/ 4983598 h 5089347"/>
              <a:gd name="connsiteX6" fmla="*/ 0 w 4494916"/>
              <a:gd name="connsiteY6" fmla="*/ 2919324 h 5089347"/>
              <a:gd name="connsiteX7" fmla="*/ 2919324 w 4494916"/>
              <a:gd name="connsiteY7" fmla="*/ 0 h 50893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494916" h="5089347">
                <a:moveTo>
                  <a:pt x="2919324" y="0"/>
                </a:moveTo>
                <a:cubicBezTo>
                  <a:pt x="3423167" y="0"/>
                  <a:pt x="3897199" y="127639"/>
                  <a:pt x="4310847" y="352347"/>
                </a:cubicBezTo>
                <a:lnTo>
                  <a:pt x="4494916" y="464171"/>
                </a:lnTo>
                <a:lnTo>
                  <a:pt x="4494916" y="5089347"/>
                </a:lnTo>
                <a:lnTo>
                  <a:pt x="971404" y="5089347"/>
                </a:lnTo>
                <a:lnTo>
                  <a:pt x="855050" y="4983598"/>
                </a:lnTo>
                <a:cubicBezTo>
                  <a:pt x="326757" y="4455304"/>
                  <a:pt x="0" y="3725473"/>
                  <a:pt x="0" y="2919324"/>
                </a:cubicBezTo>
                <a:cubicBezTo>
                  <a:pt x="0" y="1307026"/>
                  <a:pt x="1307026" y="0"/>
                  <a:pt x="2919324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1512000" anchor="b" anchorCtr="0">
            <a:noAutofit/>
          </a:bodyPr>
          <a:lstStyle>
            <a:lvl1pPr marL="0" indent="0" algn="ctr">
              <a:lnSpc>
                <a:spcPct val="90000"/>
              </a:lnSpc>
              <a:defRPr sz="1000" b="1" baseline="0">
                <a:solidFill>
                  <a:schemeClr val="accent1"/>
                </a:solidFill>
              </a:defRPr>
            </a:lvl1pPr>
          </a:lstStyle>
          <a:p>
            <a:endParaRPr lang="de-D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72895" y="4959645"/>
            <a:ext cx="4194000" cy="540094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buNone/>
              <a:defRPr sz="1900">
                <a:solidFill>
                  <a:schemeClr val="bg1"/>
                </a:solidFill>
              </a:defRPr>
            </a:lvl1pPr>
            <a:lvl2pPr marL="342874" indent="0" algn="ctr">
              <a:buNone/>
              <a:defRPr sz="1500"/>
            </a:lvl2pPr>
            <a:lvl3pPr marL="685745" indent="0" algn="ctr">
              <a:buNone/>
              <a:defRPr sz="1400"/>
            </a:lvl3pPr>
            <a:lvl4pPr marL="1028618" indent="0" algn="ctr">
              <a:buNone/>
              <a:defRPr sz="1200"/>
            </a:lvl4pPr>
            <a:lvl5pPr marL="1371490" indent="0" algn="ctr">
              <a:buNone/>
              <a:defRPr sz="1200"/>
            </a:lvl5pPr>
            <a:lvl6pPr marL="1714363" indent="0" algn="ctr">
              <a:buNone/>
              <a:defRPr sz="1200"/>
            </a:lvl6pPr>
            <a:lvl7pPr marL="2057234" indent="0" algn="ctr">
              <a:buNone/>
              <a:defRPr sz="1200"/>
            </a:lvl7pPr>
            <a:lvl8pPr marL="2400108" indent="0" algn="ctr">
              <a:buNone/>
              <a:defRPr sz="1200"/>
            </a:lvl8pPr>
            <a:lvl9pPr marL="2742982" indent="0" algn="ctr">
              <a:buNone/>
              <a:defRPr sz="1200"/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6"/>
          </p:nvPr>
        </p:nvSpPr>
        <p:spPr>
          <a:xfrm>
            <a:off x="7672895" y="1457332"/>
            <a:ext cx="4194000" cy="3434716"/>
          </a:xfrm>
        </p:spPr>
        <p:txBody>
          <a:bodyPr anchor="b" anchorCtr="0"/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3400" b="1">
                <a:solidFill>
                  <a:schemeClr val="bg1"/>
                </a:solidFill>
              </a:defRPr>
            </a:lvl1pPr>
            <a:lvl2pPr marL="176198" indent="0">
              <a:buFontTx/>
              <a:buNone/>
              <a:defRPr sz="3400" b="1">
                <a:solidFill>
                  <a:schemeClr val="bg1"/>
                </a:solidFill>
              </a:defRPr>
            </a:lvl2pPr>
            <a:lvl3pPr marL="360334" indent="0">
              <a:buFontTx/>
              <a:buNone/>
              <a:defRPr sz="3400" b="1">
                <a:solidFill>
                  <a:schemeClr val="bg1"/>
                </a:solidFill>
              </a:defRPr>
            </a:lvl3pPr>
            <a:lvl4pPr marL="536532" indent="0">
              <a:buFontTx/>
              <a:buNone/>
              <a:defRPr sz="3400" b="1">
                <a:solidFill>
                  <a:schemeClr val="bg1"/>
                </a:solidFill>
              </a:defRPr>
            </a:lvl4pPr>
            <a:lvl5pPr marL="720667" indent="0">
              <a:buFontTx/>
              <a:buNone/>
              <a:defRPr sz="3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17" name="Bildplatzhalter 6">
            <a:extLst>
              <a:ext uri="{FF2B5EF4-FFF2-40B4-BE49-F238E27FC236}">
                <a16:creationId xmlns:a16="http://schemas.microsoft.com/office/drawing/2014/main" id="{5A46B34C-7859-BB40-901F-AA58A7165316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444495" y="6326263"/>
            <a:ext cx="1422400" cy="365760"/>
          </a:xfrm>
        </p:spPr>
        <p:txBody>
          <a:bodyPr/>
          <a:lstStyle>
            <a:lvl1pPr marL="0" indent="0">
              <a:buFontTx/>
              <a:buNone/>
              <a:defRPr sz="1100" baseline="0"/>
            </a:lvl1pPr>
          </a:lstStyle>
          <a:p>
            <a:r>
              <a:rPr lang="de-DE" err="1"/>
              <a:t>Sublogo</a:t>
            </a:r>
            <a:r>
              <a:rPr lang="de-DE"/>
              <a:t> einfügen</a:t>
            </a:r>
          </a:p>
        </p:txBody>
      </p:sp>
    </p:spTree>
    <p:extLst>
      <p:ext uri="{BB962C8B-B14F-4D97-AF65-F5344CB8AC3E}">
        <p14:creationId xmlns:p14="http://schemas.microsoft.com/office/powerpoint/2010/main" val="7584253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1 Institute Sublogo un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8"/>
          <p:cNvSpPr>
            <a:spLocks noGrp="1"/>
          </p:cNvSpPr>
          <p:nvPr>
            <p:ph type="pic" sz="quarter" idx="10"/>
          </p:nvPr>
        </p:nvSpPr>
        <p:spPr>
          <a:xfrm>
            <a:off x="0" y="1657351"/>
            <a:ext cx="12192000" cy="4450086"/>
          </a:xfrm>
          <a:solidFill>
            <a:schemeClr val="bg1">
              <a:lumMod val="85000"/>
            </a:schemeClr>
          </a:solidFill>
        </p:spPr>
        <p:txBody>
          <a:bodyPr lIns="86400"/>
          <a:lstStyle>
            <a:lvl1pPr marL="0" indent="0">
              <a:buNone/>
              <a:defRPr sz="1400"/>
            </a:lvl1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13" name="Titel 12"/>
          <p:cNvSpPr>
            <a:spLocks noGrp="1"/>
          </p:cNvSpPr>
          <p:nvPr>
            <p:ph type="ctrTitle"/>
          </p:nvPr>
        </p:nvSpPr>
        <p:spPr>
          <a:xfrm>
            <a:off x="6943200" y="165977"/>
            <a:ext cx="5248800" cy="5941460"/>
          </a:xfrm>
          <a:custGeom>
            <a:avLst/>
            <a:gdLst>
              <a:gd name="connsiteX0" fmla="*/ 2919324 w 4494916"/>
              <a:gd name="connsiteY0" fmla="*/ 0 h 5089347"/>
              <a:gd name="connsiteX1" fmla="*/ 4310847 w 4494916"/>
              <a:gd name="connsiteY1" fmla="*/ 352347 h 5089347"/>
              <a:gd name="connsiteX2" fmla="*/ 4494916 w 4494916"/>
              <a:gd name="connsiteY2" fmla="*/ 464171 h 5089347"/>
              <a:gd name="connsiteX3" fmla="*/ 4494916 w 4494916"/>
              <a:gd name="connsiteY3" fmla="*/ 5089347 h 5089347"/>
              <a:gd name="connsiteX4" fmla="*/ 971404 w 4494916"/>
              <a:gd name="connsiteY4" fmla="*/ 5089347 h 5089347"/>
              <a:gd name="connsiteX5" fmla="*/ 855050 w 4494916"/>
              <a:gd name="connsiteY5" fmla="*/ 4983598 h 5089347"/>
              <a:gd name="connsiteX6" fmla="*/ 0 w 4494916"/>
              <a:gd name="connsiteY6" fmla="*/ 2919324 h 5089347"/>
              <a:gd name="connsiteX7" fmla="*/ 2919324 w 4494916"/>
              <a:gd name="connsiteY7" fmla="*/ 0 h 50893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494916" h="5089347">
                <a:moveTo>
                  <a:pt x="2919324" y="0"/>
                </a:moveTo>
                <a:cubicBezTo>
                  <a:pt x="3423167" y="0"/>
                  <a:pt x="3897199" y="127639"/>
                  <a:pt x="4310847" y="352347"/>
                </a:cubicBezTo>
                <a:lnTo>
                  <a:pt x="4494916" y="464171"/>
                </a:lnTo>
                <a:lnTo>
                  <a:pt x="4494916" y="5089347"/>
                </a:lnTo>
                <a:lnTo>
                  <a:pt x="971404" y="5089347"/>
                </a:lnTo>
                <a:lnTo>
                  <a:pt x="855050" y="4983598"/>
                </a:lnTo>
                <a:cubicBezTo>
                  <a:pt x="326757" y="4455304"/>
                  <a:pt x="0" y="3725473"/>
                  <a:pt x="0" y="2919324"/>
                </a:cubicBezTo>
                <a:cubicBezTo>
                  <a:pt x="0" y="1307026"/>
                  <a:pt x="1307026" y="0"/>
                  <a:pt x="2919324" y="0"/>
                </a:cubicBez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1512000" anchor="b" anchorCtr="0">
            <a:noAutofit/>
          </a:bodyPr>
          <a:lstStyle>
            <a:lvl1pPr marL="0" indent="0" algn="ctr">
              <a:lnSpc>
                <a:spcPct val="90000"/>
              </a:lnSpc>
              <a:defRPr sz="1000" b="1" baseline="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72895" y="4959645"/>
            <a:ext cx="4194000" cy="540094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buNone/>
              <a:defRPr sz="1900">
                <a:solidFill>
                  <a:schemeClr val="bg1"/>
                </a:solidFill>
              </a:defRPr>
            </a:lvl1pPr>
            <a:lvl2pPr marL="342874" indent="0" algn="ctr">
              <a:buNone/>
              <a:defRPr sz="1500"/>
            </a:lvl2pPr>
            <a:lvl3pPr marL="685745" indent="0" algn="ctr">
              <a:buNone/>
              <a:defRPr sz="1400"/>
            </a:lvl3pPr>
            <a:lvl4pPr marL="1028618" indent="0" algn="ctr">
              <a:buNone/>
              <a:defRPr sz="1200"/>
            </a:lvl4pPr>
            <a:lvl5pPr marL="1371490" indent="0" algn="ctr">
              <a:buNone/>
              <a:defRPr sz="1200"/>
            </a:lvl5pPr>
            <a:lvl6pPr marL="1714363" indent="0" algn="ctr">
              <a:buNone/>
              <a:defRPr sz="1200"/>
            </a:lvl6pPr>
            <a:lvl7pPr marL="2057234" indent="0" algn="ctr">
              <a:buNone/>
              <a:defRPr sz="1200"/>
            </a:lvl7pPr>
            <a:lvl8pPr marL="2400108" indent="0" algn="ctr">
              <a:buNone/>
              <a:defRPr sz="1200"/>
            </a:lvl8pPr>
            <a:lvl9pPr marL="2742982" indent="0" algn="ctr">
              <a:buNone/>
              <a:defRPr sz="1200"/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6"/>
          </p:nvPr>
        </p:nvSpPr>
        <p:spPr>
          <a:xfrm>
            <a:off x="7672895" y="1457332"/>
            <a:ext cx="4194000" cy="3434716"/>
          </a:xfrm>
        </p:spPr>
        <p:txBody>
          <a:bodyPr anchor="b" anchorCtr="0"/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3400" b="1">
                <a:solidFill>
                  <a:schemeClr val="bg1"/>
                </a:solidFill>
              </a:defRPr>
            </a:lvl1pPr>
            <a:lvl2pPr marL="176198" indent="0">
              <a:buFontTx/>
              <a:buNone/>
              <a:defRPr sz="3400" b="1">
                <a:solidFill>
                  <a:schemeClr val="bg1"/>
                </a:solidFill>
              </a:defRPr>
            </a:lvl2pPr>
            <a:lvl3pPr marL="360334" indent="0">
              <a:buFontTx/>
              <a:buNone/>
              <a:defRPr sz="3400" b="1">
                <a:solidFill>
                  <a:schemeClr val="bg1"/>
                </a:solidFill>
              </a:defRPr>
            </a:lvl3pPr>
            <a:lvl4pPr marL="536532" indent="0">
              <a:buFontTx/>
              <a:buNone/>
              <a:defRPr sz="3400" b="1">
                <a:solidFill>
                  <a:schemeClr val="bg1"/>
                </a:solidFill>
              </a:defRPr>
            </a:lvl4pPr>
            <a:lvl5pPr marL="720667" indent="0">
              <a:buFontTx/>
              <a:buNone/>
              <a:defRPr sz="3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17" name="Bildplatzhalter 6">
            <a:extLst>
              <a:ext uri="{FF2B5EF4-FFF2-40B4-BE49-F238E27FC236}">
                <a16:creationId xmlns:a16="http://schemas.microsoft.com/office/drawing/2014/main" id="{5A46B34C-7859-BB40-901F-AA58A7165316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444495" y="6326263"/>
            <a:ext cx="1422400" cy="365760"/>
          </a:xfrm>
        </p:spPr>
        <p:txBody>
          <a:bodyPr/>
          <a:lstStyle>
            <a:lvl1pPr marL="0" indent="0">
              <a:buFontTx/>
              <a:buNone/>
              <a:defRPr sz="1100" baseline="0"/>
            </a:lvl1pPr>
          </a:lstStyle>
          <a:p>
            <a:r>
              <a:rPr lang="de-DE" err="1"/>
              <a:t>Sublogo</a:t>
            </a:r>
            <a:r>
              <a:rPr lang="de-DE"/>
              <a:t> einfügen</a:t>
            </a:r>
          </a:p>
        </p:txBody>
      </p:sp>
    </p:spTree>
    <p:extLst>
      <p:ext uri="{BB962C8B-B14F-4D97-AF65-F5344CB8AC3E}">
        <p14:creationId xmlns:p14="http://schemas.microsoft.com/office/powerpoint/2010/main" val="20535422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 1 Institute Sublogo un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8"/>
          <p:cNvSpPr>
            <a:spLocks noGrp="1"/>
          </p:cNvSpPr>
          <p:nvPr>
            <p:ph type="pic" sz="quarter" idx="10"/>
          </p:nvPr>
        </p:nvSpPr>
        <p:spPr>
          <a:xfrm>
            <a:off x="0" y="1657351"/>
            <a:ext cx="12192000" cy="4450086"/>
          </a:xfrm>
          <a:solidFill>
            <a:schemeClr val="bg1">
              <a:lumMod val="85000"/>
            </a:schemeClr>
          </a:solidFill>
        </p:spPr>
        <p:txBody>
          <a:bodyPr lIns="86400"/>
          <a:lstStyle>
            <a:lvl1pPr marL="0" indent="0">
              <a:buNone/>
              <a:defRPr sz="1400"/>
            </a:lvl1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13" name="Titel 12"/>
          <p:cNvSpPr>
            <a:spLocks noGrp="1"/>
          </p:cNvSpPr>
          <p:nvPr>
            <p:ph type="ctrTitle"/>
          </p:nvPr>
        </p:nvSpPr>
        <p:spPr>
          <a:xfrm>
            <a:off x="6943200" y="165977"/>
            <a:ext cx="5248800" cy="5941460"/>
          </a:xfrm>
          <a:custGeom>
            <a:avLst/>
            <a:gdLst>
              <a:gd name="connsiteX0" fmla="*/ 2919324 w 4494916"/>
              <a:gd name="connsiteY0" fmla="*/ 0 h 5089347"/>
              <a:gd name="connsiteX1" fmla="*/ 4310847 w 4494916"/>
              <a:gd name="connsiteY1" fmla="*/ 352347 h 5089347"/>
              <a:gd name="connsiteX2" fmla="*/ 4494916 w 4494916"/>
              <a:gd name="connsiteY2" fmla="*/ 464171 h 5089347"/>
              <a:gd name="connsiteX3" fmla="*/ 4494916 w 4494916"/>
              <a:gd name="connsiteY3" fmla="*/ 5089347 h 5089347"/>
              <a:gd name="connsiteX4" fmla="*/ 971404 w 4494916"/>
              <a:gd name="connsiteY4" fmla="*/ 5089347 h 5089347"/>
              <a:gd name="connsiteX5" fmla="*/ 855050 w 4494916"/>
              <a:gd name="connsiteY5" fmla="*/ 4983598 h 5089347"/>
              <a:gd name="connsiteX6" fmla="*/ 0 w 4494916"/>
              <a:gd name="connsiteY6" fmla="*/ 2919324 h 5089347"/>
              <a:gd name="connsiteX7" fmla="*/ 2919324 w 4494916"/>
              <a:gd name="connsiteY7" fmla="*/ 0 h 50893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494916" h="5089347">
                <a:moveTo>
                  <a:pt x="2919324" y="0"/>
                </a:moveTo>
                <a:cubicBezTo>
                  <a:pt x="3423167" y="0"/>
                  <a:pt x="3897199" y="127639"/>
                  <a:pt x="4310847" y="352347"/>
                </a:cubicBezTo>
                <a:lnTo>
                  <a:pt x="4494916" y="464171"/>
                </a:lnTo>
                <a:lnTo>
                  <a:pt x="4494916" y="5089347"/>
                </a:lnTo>
                <a:lnTo>
                  <a:pt x="971404" y="5089347"/>
                </a:lnTo>
                <a:lnTo>
                  <a:pt x="855050" y="4983598"/>
                </a:lnTo>
                <a:cubicBezTo>
                  <a:pt x="326757" y="4455304"/>
                  <a:pt x="0" y="3725473"/>
                  <a:pt x="0" y="2919324"/>
                </a:cubicBezTo>
                <a:cubicBezTo>
                  <a:pt x="0" y="1307026"/>
                  <a:pt x="1307026" y="0"/>
                  <a:pt x="2919324" y="0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wrap="square" lIns="0" tIns="0" rIns="0" bIns="1512000" anchor="b" anchorCtr="0">
            <a:noAutofit/>
          </a:bodyPr>
          <a:lstStyle>
            <a:lvl1pPr marL="0" indent="0" algn="ctr">
              <a:lnSpc>
                <a:spcPct val="90000"/>
              </a:lnSpc>
              <a:defRPr sz="1000" b="1" baseline="0">
                <a:solidFill>
                  <a:schemeClr val="accent2"/>
                </a:solidFill>
              </a:defRPr>
            </a:lvl1pPr>
          </a:lstStyle>
          <a:p>
            <a:endParaRPr lang="de-D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72895" y="4959645"/>
            <a:ext cx="4194000" cy="540094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buNone/>
              <a:defRPr sz="1900">
                <a:solidFill>
                  <a:schemeClr val="bg1"/>
                </a:solidFill>
              </a:defRPr>
            </a:lvl1pPr>
            <a:lvl2pPr marL="342874" indent="0" algn="ctr">
              <a:buNone/>
              <a:defRPr sz="1500"/>
            </a:lvl2pPr>
            <a:lvl3pPr marL="685745" indent="0" algn="ctr">
              <a:buNone/>
              <a:defRPr sz="1400"/>
            </a:lvl3pPr>
            <a:lvl4pPr marL="1028618" indent="0" algn="ctr">
              <a:buNone/>
              <a:defRPr sz="1200"/>
            </a:lvl4pPr>
            <a:lvl5pPr marL="1371490" indent="0" algn="ctr">
              <a:buNone/>
              <a:defRPr sz="1200"/>
            </a:lvl5pPr>
            <a:lvl6pPr marL="1714363" indent="0" algn="ctr">
              <a:buNone/>
              <a:defRPr sz="1200"/>
            </a:lvl6pPr>
            <a:lvl7pPr marL="2057234" indent="0" algn="ctr">
              <a:buNone/>
              <a:defRPr sz="1200"/>
            </a:lvl7pPr>
            <a:lvl8pPr marL="2400108" indent="0" algn="ctr">
              <a:buNone/>
              <a:defRPr sz="1200"/>
            </a:lvl8pPr>
            <a:lvl9pPr marL="2742982" indent="0" algn="ctr">
              <a:buNone/>
              <a:defRPr sz="1200"/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6"/>
          </p:nvPr>
        </p:nvSpPr>
        <p:spPr>
          <a:xfrm>
            <a:off x="7672895" y="1457332"/>
            <a:ext cx="4194000" cy="3434716"/>
          </a:xfrm>
        </p:spPr>
        <p:txBody>
          <a:bodyPr anchor="b" anchorCtr="0"/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3400" b="1">
                <a:solidFill>
                  <a:schemeClr val="bg1"/>
                </a:solidFill>
              </a:defRPr>
            </a:lvl1pPr>
            <a:lvl2pPr marL="176198" indent="0">
              <a:buFontTx/>
              <a:buNone/>
              <a:defRPr sz="3400" b="1">
                <a:solidFill>
                  <a:schemeClr val="bg1"/>
                </a:solidFill>
              </a:defRPr>
            </a:lvl2pPr>
            <a:lvl3pPr marL="360334" indent="0">
              <a:buFontTx/>
              <a:buNone/>
              <a:defRPr sz="3400" b="1">
                <a:solidFill>
                  <a:schemeClr val="bg1"/>
                </a:solidFill>
              </a:defRPr>
            </a:lvl3pPr>
            <a:lvl4pPr marL="536532" indent="0">
              <a:buFontTx/>
              <a:buNone/>
              <a:defRPr sz="3400" b="1">
                <a:solidFill>
                  <a:schemeClr val="bg1"/>
                </a:solidFill>
              </a:defRPr>
            </a:lvl4pPr>
            <a:lvl5pPr marL="720667" indent="0">
              <a:buFontTx/>
              <a:buNone/>
              <a:defRPr sz="3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17" name="Bildplatzhalter 6">
            <a:extLst>
              <a:ext uri="{FF2B5EF4-FFF2-40B4-BE49-F238E27FC236}">
                <a16:creationId xmlns:a16="http://schemas.microsoft.com/office/drawing/2014/main" id="{5A46B34C-7859-BB40-901F-AA58A7165316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444495" y="6326263"/>
            <a:ext cx="1422400" cy="365760"/>
          </a:xfrm>
        </p:spPr>
        <p:txBody>
          <a:bodyPr/>
          <a:lstStyle>
            <a:lvl1pPr marL="0" indent="0">
              <a:buFontTx/>
              <a:buNone/>
              <a:defRPr sz="1100" baseline="0"/>
            </a:lvl1pPr>
          </a:lstStyle>
          <a:p>
            <a:r>
              <a:rPr lang="de-DE" err="1"/>
              <a:t>Sublogo</a:t>
            </a:r>
            <a:r>
              <a:rPr lang="de-DE"/>
              <a:t> einfügen</a:t>
            </a:r>
          </a:p>
        </p:txBody>
      </p:sp>
    </p:spTree>
    <p:extLst>
      <p:ext uri="{BB962C8B-B14F-4D97-AF65-F5344CB8AC3E}">
        <p14:creationId xmlns:p14="http://schemas.microsoft.com/office/powerpoint/2010/main" val="20668781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2 Institute Sublogo Kre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8"/>
          <p:cNvSpPr>
            <a:spLocks noGrp="1"/>
          </p:cNvSpPr>
          <p:nvPr>
            <p:ph type="pic" sz="quarter" idx="10"/>
          </p:nvPr>
        </p:nvSpPr>
        <p:spPr>
          <a:xfrm>
            <a:off x="0" y="1657351"/>
            <a:ext cx="12192000" cy="5202810"/>
          </a:xfrm>
          <a:solidFill>
            <a:schemeClr val="bg1">
              <a:lumMod val="85000"/>
            </a:schemeClr>
          </a:solidFill>
        </p:spPr>
        <p:txBody>
          <a:bodyPr lIns="86400"/>
          <a:lstStyle>
            <a:lvl1pPr marL="0" indent="0">
              <a:buNone/>
              <a:defRPr sz="1400"/>
            </a:lvl1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14" name="Titel 13"/>
          <p:cNvSpPr>
            <a:spLocks noGrp="1"/>
          </p:cNvSpPr>
          <p:nvPr>
            <p:ph type="ctrTitle"/>
          </p:nvPr>
        </p:nvSpPr>
        <p:spPr>
          <a:xfrm>
            <a:off x="6943200" y="914400"/>
            <a:ext cx="5248800" cy="5943600"/>
          </a:xfrm>
          <a:custGeom>
            <a:avLst/>
            <a:gdLst>
              <a:gd name="connsiteX0" fmla="*/ 3097937 w 4635106"/>
              <a:gd name="connsiteY0" fmla="*/ 0 h 5265775"/>
              <a:gd name="connsiteX1" fmla="*/ 4574598 w 4635106"/>
              <a:gd name="connsiteY1" fmla="*/ 373905 h 5265775"/>
              <a:gd name="connsiteX2" fmla="*/ 4635106 w 4635106"/>
              <a:gd name="connsiteY2" fmla="*/ 410664 h 5265775"/>
              <a:gd name="connsiteX3" fmla="*/ 4635106 w 4635106"/>
              <a:gd name="connsiteY3" fmla="*/ 5265775 h 5265775"/>
              <a:gd name="connsiteX4" fmla="*/ 886703 w 4635106"/>
              <a:gd name="connsiteY4" fmla="*/ 5265775 h 5265775"/>
              <a:gd name="connsiteX5" fmla="*/ 707419 w 4635106"/>
              <a:gd name="connsiteY5" fmla="*/ 5068513 h 5265775"/>
              <a:gd name="connsiteX6" fmla="*/ 0 w 4635106"/>
              <a:gd name="connsiteY6" fmla="*/ 3097937 h 5265775"/>
              <a:gd name="connsiteX7" fmla="*/ 3097937 w 4635106"/>
              <a:gd name="connsiteY7" fmla="*/ 0 h 5265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635106" h="5265775">
                <a:moveTo>
                  <a:pt x="3097937" y="0"/>
                </a:moveTo>
                <a:cubicBezTo>
                  <a:pt x="3632607" y="0"/>
                  <a:pt x="4135641" y="135449"/>
                  <a:pt x="4574598" y="373905"/>
                </a:cubicBezTo>
                <a:lnTo>
                  <a:pt x="4635106" y="410664"/>
                </a:lnTo>
                <a:lnTo>
                  <a:pt x="4635106" y="5265775"/>
                </a:lnTo>
                <a:lnTo>
                  <a:pt x="886703" y="5265775"/>
                </a:lnTo>
                <a:lnTo>
                  <a:pt x="707419" y="5068513"/>
                </a:lnTo>
                <a:cubicBezTo>
                  <a:pt x="265480" y="4533007"/>
                  <a:pt x="0" y="3846475"/>
                  <a:pt x="0" y="3097937"/>
                </a:cubicBezTo>
                <a:cubicBezTo>
                  <a:pt x="0" y="1386994"/>
                  <a:pt x="1386994" y="0"/>
                  <a:pt x="3097937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1512000" anchor="b" anchorCtr="0">
            <a:noAutofit/>
          </a:bodyPr>
          <a:lstStyle>
            <a:lvl1pPr marL="0" indent="0" algn="ctr">
              <a:lnSpc>
                <a:spcPct val="90000"/>
              </a:lnSpc>
              <a:defRPr sz="200" b="1" baseline="0">
                <a:solidFill>
                  <a:schemeClr val="accent1"/>
                </a:solidFill>
              </a:defRPr>
            </a:lvl1pPr>
          </a:lstStyle>
          <a:p>
            <a:endParaRPr lang="de-DE"/>
          </a:p>
        </p:txBody>
      </p:sp>
      <p:sp>
        <p:nvSpPr>
          <p:cNvPr id="12" name="Bildplatzhalter 4">
            <a:extLst>
              <a:ext uri="{FF2B5EF4-FFF2-40B4-BE49-F238E27FC236}">
                <a16:creationId xmlns:a16="http://schemas.microsoft.com/office/drawing/2014/main" id="{B03332F8-145F-8244-A6CC-A5DD381B365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745790" y="2168407"/>
            <a:ext cx="1602000" cy="1602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/>
          <a:lstStyle>
            <a:lvl1pPr marL="0" indent="0">
              <a:buFontTx/>
              <a:buNone/>
              <a:defRPr sz="1100" baseline="0"/>
            </a:lvl1pPr>
          </a:lstStyle>
          <a:p>
            <a:r>
              <a:rPr lang="de-DE" err="1"/>
              <a:t>Sublogo</a:t>
            </a:r>
            <a:r>
              <a:rPr lang="de-DE"/>
              <a:t> einfügen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50A0458E-EE68-A84D-A4EE-7982ACB8F0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72895" y="5803706"/>
            <a:ext cx="4194000" cy="540094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buNone/>
              <a:defRPr sz="1900">
                <a:solidFill>
                  <a:schemeClr val="bg1"/>
                </a:solidFill>
              </a:defRPr>
            </a:lvl1pPr>
            <a:lvl2pPr marL="342874" indent="0" algn="ctr">
              <a:buNone/>
              <a:defRPr sz="1500"/>
            </a:lvl2pPr>
            <a:lvl3pPr marL="685745" indent="0" algn="ctr">
              <a:buNone/>
              <a:defRPr sz="1400"/>
            </a:lvl3pPr>
            <a:lvl4pPr marL="1028618" indent="0" algn="ctr">
              <a:buNone/>
              <a:defRPr sz="1200"/>
            </a:lvl4pPr>
            <a:lvl5pPr marL="1371490" indent="0" algn="ctr">
              <a:buNone/>
              <a:defRPr sz="1200"/>
            </a:lvl5pPr>
            <a:lvl6pPr marL="1714363" indent="0" algn="ctr">
              <a:buNone/>
              <a:defRPr sz="1200"/>
            </a:lvl6pPr>
            <a:lvl7pPr marL="2057234" indent="0" algn="ctr">
              <a:buNone/>
              <a:defRPr sz="1200"/>
            </a:lvl7pPr>
            <a:lvl8pPr marL="2400108" indent="0" algn="ctr">
              <a:buNone/>
              <a:defRPr sz="1200"/>
            </a:lvl8pPr>
            <a:lvl9pPr marL="2742982" indent="0" algn="ctr">
              <a:buNone/>
              <a:defRPr sz="1200"/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15" name="Textplatzhalter 3">
            <a:extLst>
              <a:ext uri="{FF2B5EF4-FFF2-40B4-BE49-F238E27FC236}">
                <a16:creationId xmlns:a16="http://schemas.microsoft.com/office/drawing/2014/main" id="{76066766-A707-0E43-9B6A-3DDA7991508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672895" y="2301393"/>
            <a:ext cx="4194000" cy="3434716"/>
          </a:xfrm>
        </p:spPr>
        <p:txBody>
          <a:bodyPr anchor="b" anchorCtr="0"/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3400" b="1">
                <a:solidFill>
                  <a:schemeClr val="bg1"/>
                </a:solidFill>
              </a:defRPr>
            </a:lvl1pPr>
            <a:lvl2pPr marL="176198" indent="0">
              <a:buFontTx/>
              <a:buNone/>
              <a:defRPr sz="3400" b="1">
                <a:solidFill>
                  <a:schemeClr val="bg1"/>
                </a:solidFill>
              </a:defRPr>
            </a:lvl2pPr>
            <a:lvl3pPr marL="360334" indent="0">
              <a:buFontTx/>
              <a:buNone/>
              <a:defRPr sz="3400" b="1">
                <a:solidFill>
                  <a:schemeClr val="bg1"/>
                </a:solidFill>
              </a:defRPr>
            </a:lvl3pPr>
            <a:lvl4pPr marL="536532" indent="0">
              <a:buFontTx/>
              <a:buNone/>
              <a:defRPr sz="3400" b="1">
                <a:solidFill>
                  <a:schemeClr val="bg1"/>
                </a:solidFill>
              </a:defRPr>
            </a:lvl4pPr>
            <a:lvl5pPr marL="720667" indent="0">
              <a:buFontTx/>
              <a:buNone/>
              <a:defRPr sz="3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Textmasterformat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746232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Institu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4"/>
          <p:cNvSpPr>
            <a:spLocks noGrp="1"/>
          </p:cNvSpPr>
          <p:nvPr>
            <p:ph type="pic" sz="quarter" idx="15"/>
          </p:nvPr>
        </p:nvSpPr>
        <p:spPr>
          <a:xfrm>
            <a:off x="0" y="1657354"/>
            <a:ext cx="12192000" cy="4450086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marR="0" indent="0" algn="l" defTabSz="685745" rtl="0" eaLnBrk="1" fontAlgn="auto" latinLnBrk="0" hangingPunct="1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0" marR="0" lvl="0" indent="0" algn="l" defTabSz="685745" rtl="0" eaLnBrk="1" fontAlgn="auto" latinLnBrk="0" hangingPunct="1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/>
              <a:t>Bild durch Klicken auf Symbol hinzufügen</a:t>
            </a:r>
            <a:endParaRPr lang="en-US"/>
          </a:p>
          <a:p>
            <a:endParaRPr lang="en-US"/>
          </a:p>
        </p:txBody>
      </p:sp>
      <p:sp>
        <p:nvSpPr>
          <p:cNvPr id="7" name="Bildplatzhalter 6"/>
          <p:cNvSpPr>
            <a:spLocks noGrp="1"/>
          </p:cNvSpPr>
          <p:nvPr>
            <p:ph type="pic" sz="quarter" idx="14" hasCustomPrompt="1"/>
          </p:nvPr>
        </p:nvSpPr>
        <p:spPr>
          <a:xfrm>
            <a:off x="9671059" y="6307456"/>
            <a:ext cx="1896533" cy="365760"/>
          </a:xfrm>
        </p:spPr>
        <p:txBody>
          <a:bodyPr/>
          <a:lstStyle>
            <a:lvl1pPr marL="0" indent="0">
              <a:buFontTx/>
              <a:buNone/>
              <a:defRPr sz="1100" baseline="0"/>
            </a:lvl1pPr>
          </a:lstStyle>
          <a:p>
            <a:r>
              <a:rPr lang="de-DE" err="1"/>
              <a:t>Sublogo</a:t>
            </a:r>
            <a:r>
              <a:rPr lang="de-DE"/>
              <a:t> einfügen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186229" y="3898274"/>
            <a:ext cx="4128847" cy="540094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1pPr>
            <a:lvl2pPr marL="342865" indent="0" algn="ctr">
              <a:buNone/>
              <a:defRPr sz="1500"/>
            </a:lvl2pPr>
            <a:lvl3pPr marL="685728" indent="0" algn="ctr">
              <a:buNone/>
              <a:defRPr sz="1400"/>
            </a:lvl3pPr>
            <a:lvl4pPr marL="1028593" indent="0" algn="ctr">
              <a:buNone/>
              <a:defRPr sz="1200"/>
            </a:lvl4pPr>
            <a:lvl5pPr marL="1371455" indent="0" algn="ctr">
              <a:buNone/>
              <a:defRPr sz="1200"/>
            </a:lvl5pPr>
            <a:lvl6pPr marL="1714320" indent="0" algn="ctr">
              <a:buNone/>
              <a:defRPr sz="1200"/>
            </a:lvl6pPr>
            <a:lvl7pPr marL="2057183" indent="0" algn="ctr">
              <a:buNone/>
              <a:defRPr sz="1200"/>
            </a:lvl7pPr>
            <a:lvl8pPr marL="2400048" indent="0" algn="ctr">
              <a:buNone/>
              <a:defRPr sz="1200"/>
            </a:lvl8pPr>
            <a:lvl9pPr marL="2742913" indent="0" algn="ctr">
              <a:buNone/>
              <a:defRPr sz="1200"/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1" hasCustomPrompt="1"/>
          </p:nvPr>
        </p:nvSpPr>
        <p:spPr>
          <a:xfrm>
            <a:off x="5150101" y="3081397"/>
            <a:ext cx="1602000" cy="1602000"/>
          </a:xfrm>
          <a:prstGeom prst="ellipse">
            <a:avLst/>
          </a:prstGeom>
          <a:solidFill>
            <a:schemeClr val="bg1"/>
          </a:solidFill>
        </p:spPr>
        <p:txBody>
          <a:bodyPr wrap="none" lIns="0" tIns="0" rIns="0" bIns="0" anchor="ctr">
            <a:no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Vorname </a:t>
            </a:r>
            <a:br>
              <a:rPr lang="de-DE"/>
            </a:br>
            <a:r>
              <a:rPr lang="de-DE"/>
              <a:t>Name</a:t>
            </a:r>
          </a:p>
        </p:txBody>
      </p:sp>
      <p:sp>
        <p:nvSpPr>
          <p:cNvPr id="8" name="Bildplatzhalter 4">
            <a:extLst>
              <a:ext uri="{FF2B5EF4-FFF2-40B4-BE49-F238E27FC236}">
                <a16:creationId xmlns:a16="http://schemas.microsoft.com/office/drawing/2014/main" id="{B25DEB5D-BE92-2D43-AAF7-CDE6302C5C77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317972" y="879458"/>
            <a:ext cx="5014286" cy="468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823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3 Institute Bild im Kre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 userDrawn="1"/>
        </p:nvSpPr>
        <p:spPr>
          <a:xfrm>
            <a:off x="0" y="1657351"/>
            <a:ext cx="12192000" cy="520281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/>
            <a:endParaRPr lang="de-DE" sz="1900"/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624840" y="5555814"/>
            <a:ext cx="5693133" cy="540094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buNone/>
              <a:defRPr sz="1900">
                <a:solidFill>
                  <a:schemeClr val="bg1"/>
                </a:solidFill>
              </a:defRPr>
            </a:lvl1pPr>
            <a:lvl2pPr marL="342874" indent="0" algn="ctr">
              <a:buNone/>
              <a:defRPr sz="1500"/>
            </a:lvl2pPr>
            <a:lvl3pPr marL="685745" indent="0" algn="ctr">
              <a:buNone/>
              <a:defRPr sz="1400"/>
            </a:lvl3pPr>
            <a:lvl4pPr marL="1028618" indent="0" algn="ctr">
              <a:buNone/>
              <a:defRPr sz="1200"/>
            </a:lvl4pPr>
            <a:lvl5pPr marL="1371490" indent="0" algn="ctr">
              <a:buNone/>
              <a:defRPr sz="1200"/>
            </a:lvl5pPr>
            <a:lvl6pPr marL="1714363" indent="0" algn="ctr">
              <a:buNone/>
              <a:defRPr sz="1200"/>
            </a:lvl6pPr>
            <a:lvl7pPr marL="2057234" indent="0" algn="ctr">
              <a:buNone/>
              <a:defRPr sz="1200"/>
            </a:lvl7pPr>
            <a:lvl8pPr marL="2400108" indent="0" algn="ctr">
              <a:buNone/>
              <a:defRPr sz="1200"/>
            </a:lvl8pPr>
            <a:lvl9pPr marL="2742982" indent="0" algn="ctr">
              <a:buNone/>
              <a:defRPr sz="1200"/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8"/>
          </p:nvPr>
        </p:nvSpPr>
        <p:spPr>
          <a:xfrm>
            <a:off x="624840" y="1809749"/>
            <a:ext cx="5692141" cy="3628800"/>
          </a:xfrm>
        </p:spPr>
        <p:txBody>
          <a:bodyPr/>
          <a:lstStyle>
            <a:lvl1pPr marL="0" indent="0">
              <a:lnSpc>
                <a:spcPct val="90000"/>
              </a:lnSpc>
              <a:buFontTx/>
              <a:buNone/>
              <a:defRPr sz="3400" b="1">
                <a:solidFill>
                  <a:schemeClr val="bg1"/>
                </a:solidFill>
              </a:defRPr>
            </a:lvl1pPr>
            <a:lvl2pPr marL="176198" indent="0">
              <a:lnSpc>
                <a:spcPct val="90000"/>
              </a:lnSpc>
              <a:buFontTx/>
              <a:buNone/>
              <a:defRPr sz="3400" b="1">
                <a:solidFill>
                  <a:schemeClr val="bg1"/>
                </a:solidFill>
              </a:defRPr>
            </a:lvl2pPr>
            <a:lvl3pPr marL="360334" indent="0">
              <a:lnSpc>
                <a:spcPct val="90000"/>
              </a:lnSpc>
              <a:buFontTx/>
              <a:buNone/>
              <a:defRPr sz="3400" b="1">
                <a:solidFill>
                  <a:schemeClr val="bg1"/>
                </a:solidFill>
              </a:defRPr>
            </a:lvl3pPr>
            <a:lvl4pPr marL="536532" indent="0">
              <a:lnSpc>
                <a:spcPct val="90000"/>
              </a:lnSpc>
              <a:buFontTx/>
              <a:buNone/>
              <a:defRPr sz="3400" b="1">
                <a:solidFill>
                  <a:schemeClr val="bg1"/>
                </a:solidFill>
              </a:defRPr>
            </a:lvl4pPr>
            <a:lvl5pPr marL="720667" indent="0">
              <a:lnSpc>
                <a:spcPct val="90000"/>
              </a:lnSpc>
              <a:buFontTx/>
              <a:buNone/>
              <a:defRPr sz="3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7" name="Bildplatzhalter 4">
            <a:extLst>
              <a:ext uri="{FF2B5EF4-FFF2-40B4-BE49-F238E27FC236}">
                <a16:creationId xmlns:a16="http://schemas.microsoft.com/office/drawing/2014/main" id="{79E0AFB3-E1AB-4E4F-8D59-A12ED29B681F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6317972" y="879458"/>
            <a:ext cx="5014286" cy="468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10" name="Bildplatzhalter 4"/>
          <p:cNvSpPr>
            <a:spLocks noGrp="1"/>
          </p:cNvSpPr>
          <p:nvPr>
            <p:ph type="pic" sz="quarter" idx="16" hasCustomPrompt="1"/>
          </p:nvPr>
        </p:nvSpPr>
        <p:spPr>
          <a:xfrm>
            <a:off x="9507802" y="4463429"/>
            <a:ext cx="1602000" cy="1602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/>
          <a:lstStyle>
            <a:lvl1pPr marL="0" indent="0">
              <a:buFontTx/>
              <a:buNone/>
              <a:defRPr sz="1100" baseline="0"/>
            </a:lvl1pPr>
          </a:lstStyle>
          <a:p>
            <a:r>
              <a:rPr lang="de-DE" err="1"/>
              <a:t>Sublogo</a:t>
            </a:r>
            <a:r>
              <a:rPr lang="de-DE"/>
              <a:t> einfügen</a:t>
            </a:r>
          </a:p>
        </p:txBody>
      </p:sp>
    </p:spTree>
    <p:extLst>
      <p:ext uri="{BB962C8B-B14F-4D97-AF65-F5344CB8AC3E}">
        <p14:creationId xmlns:p14="http://schemas.microsoft.com/office/powerpoint/2010/main" val="14549012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4 Institute Bild im Kre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 userDrawn="1"/>
        </p:nvSpPr>
        <p:spPr>
          <a:xfrm>
            <a:off x="0" y="1657351"/>
            <a:ext cx="12192000" cy="445008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/>
            <a:endParaRPr lang="de-DE" sz="1900"/>
          </a:p>
        </p:txBody>
      </p:sp>
      <p:sp>
        <p:nvSpPr>
          <p:cNvPr id="8" name="Bildplatzhalter 4"/>
          <p:cNvSpPr>
            <a:spLocks noGrp="1" noChangeAspect="1"/>
          </p:cNvSpPr>
          <p:nvPr>
            <p:ph type="pic" sz="quarter" idx="15"/>
          </p:nvPr>
        </p:nvSpPr>
        <p:spPr>
          <a:xfrm>
            <a:off x="6317972" y="879458"/>
            <a:ext cx="5014286" cy="468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624840" y="5355797"/>
            <a:ext cx="5693133" cy="614153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buNone/>
              <a:defRPr sz="1900">
                <a:solidFill>
                  <a:schemeClr val="bg1"/>
                </a:solidFill>
              </a:defRPr>
            </a:lvl1pPr>
            <a:lvl2pPr marL="342874" indent="0" algn="ctr">
              <a:buNone/>
              <a:defRPr sz="1500"/>
            </a:lvl2pPr>
            <a:lvl3pPr marL="685745" indent="0" algn="ctr">
              <a:buNone/>
              <a:defRPr sz="1400"/>
            </a:lvl3pPr>
            <a:lvl4pPr marL="1028618" indent="0" algn="ctr">
              <a:buNone/>
              <a:defRPr sz="1200"/>
            </a:lvl4pPr>
            <a:lvl5pPr marL="1371490" indent="0" algn="ctr">
              <a:buNone/>
              <a:defRPr sz="1200"/>
            </a:lvl5pPr>
            <a:lvl6pPr marL="1714363" indent="0" algn="ctr">
              <a:buNone/>
              <a:defRPr sz="1200"/>
            </a:lvl6pPr>
            <a:lvl7pPr marL="2057234" indent="0" algn="ctr">
              <a:buNone/>
              <a:defRPr sz="1200"/>
            </a:lvl7pPr>
            <a:lvl8pPr marL="2400108" indent="0" algn="ctr">
              <a:buNone/>
              <a:defRPr sz="1200"/>
            </a:lvl8pPr>
            <a:lvl9pPr marL="2742982" indent="0" algn="ctr">
              <a:buNone/>
              <a:defRPr sz="1200"/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9" name="Bildplatzhalter 6"/>
          <p:cNvSpPr>
            <a:spLocks noGrp="1"/>
          </p:cNvSpPr>
          <p:nvPr>
            <p:ph type="pic" sz="quarter" idx="14" hasCustomPrompt="1"/>
          </p:nvPr>
        </p:nvSpPr>
        <p:spPr>
          <a:xfrm>
            <a:off x="9671055" y="6307456"/>
            <a:ext cx="1896533" cy="365760"/>
          </a:xfrm>
        </p:spPr>
        <p:txBody>
          <a:bodyPr/>
          <a:lstStyle>
            <a:lvl1pPr marL="0" indent="0">
              <a:buFontTx/>
              <a:buNone/>
              <a:defRPr sz="1100" baseline="0"/>
            </a:lvl1pPr>
          </a:lstStyle>
          <a:p>
            <a:r>
              <a:rPr lang="de-DE" err="1"/>
              <a:t>Sublogo</a:t>
            </a:r>
            <a:r>
              <a:rPr lang="de-DE"/>
              <a:t> einfügen</a:t>
            </a:r>
          </a:p>
        </p:txBody>
      </p:sp>
      <p:sp>
        <p:nvSpPr>
          <p:cNvPr id="10" name="Textplatzhalter 2"/>
          <p:cNvSpPr>
            <a:spLocks noGrp="1"/>
          </p:cNvSpPr>
          <p:nvPr>
            <p:ph type="body" sz="quarter" idx="18"/>
          </p:nvPr>
        </p:nvSpPr>
        <p:spPr>
          <a:xfrm>
            <a:off x="624840" y="1809749"/>
            <a:ext cx="5692141" cy="3521908"/>
          </a:xfrm>
        </p:spPr>
        <p:txBody>
          <a:bodyPr/>
          <a:lstStyle>
            <a:lvl1pPr marL="0" indent="0">
              <a:lnSpc>
                <a:spcPct val="90000"/>
              </a:lnSpc>
              <a:buFontTx/>
              <a:buNone/>
              <a:defRPr sz="3400" b="1">
                <a:solidFill>
                  <a:schemeClr val="bg1"/>
                </a:solidFill>
              </a:defRPr>
            </a:lvl1pPr>
            <a:lvl2pPr marL="176198" indent="0">
              <a:lnSpc>
                <a:spcPct val="90000"/>
              </a:lnSpc>
              <a:buFontTx/>
              <a:buNone/>
              <a:defRPr sz="3400" b="1">
                <a:solidFill>
                  <a:schemeClr val="bg1"/>
                </a:solidFill>
              </a:defRPr>
            </a:lvl2pPr>
            <a:lvl3pPr marL="360334" indent="0">
              <a:lnSpc>
                <a:spcPct val="90000"/>
              </a:lnSpc>
              <a:buFontTx/>
              <a:buNone/>
              <a:defRPr sz="3400" b="1">
                <a:solidFill>
                  <a:schemeClr val="bg1"/>
                </a:solidFill>
              </a:defRPr>
            </a:lvl3pPr>
            <a:lvl4pPr marL="536532" indent="0">
              <a:lnSpc>
                <a:spcPct val="90000"/>
              </a:lnSpc>
              <a:buFontTx/>
              <a:buNone/>
              <a:defRPr sz="3400" b="1">
                <a:solidFill>
                  <a:schemeClr val="bg1"/>
                </a:solidFill>
              </a:defRPr>
            </a:lvl4pPr>
            <a:lvl5pPr marL="720667" indent="0">
              <a:lnSpc>
                <a:spcPct val="90000"/>
              </a:lnSpc>
              <a:buFontTx/>
              <a:buNone/>
              <a:defRPr sz="3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Textmasterformat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2681274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hlussfolie mit Logo wei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ildplatzhalter 7"/>
          <p:cNvSpPr>
            <a:spLocks noGrp="1"/>
          </p:cNvSpPr>
          <p:nvPr>
            <p:ph type="pic" sz="quarter" idx="14"/>
          </p:nvPr>
        </p:nvSpPr>
        <p:spPr>
          <a:xfrm>
            <a:off x="762057" y="2558849"/>
            <a:ext cx="1728000" cy="1731019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tIns="0"/>
          <a:lstStyle>
            <a:lvl1pPr marL="0" indent="0" algn="ctr">
              <a:buNone/>
              <a:defRPr sz="1200">
                <a:solidFill>
                  <a:schemeClr val="tx2"/>
                </a:solidFill>
              </a:defRPr>
            </a:lvl1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18" name="Textplatzhalter 10"/>
          <p:cNvSpPr>
            <a:spLocks noGrp="1"/>
          </p:cNvSpPr>
          <p:nvPr>
            <p:ph type="body" sz="quarter" idx="21" hasCustomPrompt="1"/>
          </p:nvPr>
        </p:nvSpPr>
        <p:spPr>
          <a:xfrm>
            <a:off x="3275841" y="5002560"/>
            <a:ext cx="5264087" cy="259200"/>
          </a:xfrm>
        </p:spPr>
        <p:txBody>
          <a:bodyPr/>
          <a:lstStyle>
            <a:lvl1pPr marL="0" indent="0">
              <a:buNone/>
              <a:defRPr sz="1400" b="0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Adresse</a:t>
            </a:r>
          </a:p>
        </p:txBody>
      </p:sp>
      <p:sp>
        <p:nvSpPr>
          <p:cNvPr id="19" name="Textplatzhalter 10"/>
          <p:cNvSpPr>
            <a:spLocks noGrp="1"/>
          </p:cNvSpPr>
          <p:nvPr>
            <p:ph type="body" sz="quarter" idx="22" hasCustomPrompt="1"/>
          </p:nvPr>
        </p:nvSpPr>
        <p:spPr>
          <a:xfrm>
            <a:off x="3275841" y="2790720"/>
            <a:ext cx="5264087" cy="259200"/>
          </a:xfrm>
        </p:spPr>
        <p:txBody>
          <a:bodyPr/>
          <a:lstStyle>
            <a:lvl1pPr marL="0" indent="0">
              <a:buNone/>
              <a:defRPr sz="14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Name</a:t>
            </a:r>
          </a:p>
        </p:txBody>
      </p:sp>
      <p:sp>
        <p:nvSpPr>
          <p:cNvPr id="20" name="Textfeld 19"/>
          <p:cNvSpPr txBox="1"/>
          <p:nvPr userDrawn="1"/>
        </p:nvSpPr>
        <p:spPr>
          <a:xfrm>
            <a:off x="3275840" y="3319169"/>
            <a:ext cx="3538979" cy="97069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lvl="0" indent="0" defTabSz="685800">
              <a:lnSpc>
                <a:spcPct val="120000"/>
              </a:lnSpc>
              <a:spcBef>
                <a:spcPts val="75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49263" indent="-273050" defTabSz="68580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800">
                <a:solidFill>
                  <a:schemeClr val="bg1"/>
                </a:solidFill>
              </a:defRPr>
            </a:lvl2pPr>
            <a:lvl3pPr marL="715963" indent="-266700" defTabSz="68580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800">
                <a:solidFill>
                  <a:schemeClr val="bg1"/>
                </a:solidFill>
              </a:defRPr>
            </a:lvl3pPr>
            <a:lvl4pPr marL="987425" indent="-271463" defTabSz="68580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800">
                <a:solidFill>
                  <a:schemeClr val="bg1"/>
                </a:solidFill>
              </a:defRPr>
            </a:lvl4pPr>
            <a:lvl5pPr marL="1254125" indent="-266700" defTabSz="68580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800">
                <a:solidFill>
                  <a:schemeClr val="bg1"/>
                </a:solidFill>
              </a:defRPr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pPr lvl="0">
              <a:spcBef>
                <a:spcPts val="240"/>
              </a:spcBef>
              <a:spcAft>
                <a:spcPts val="0"/>
              </a:spcAft>
              <a:tabLst>
                <a:tab pos="649606" algn="l"/>
              </a:tabLst>
            </a:pPr>
            <a:r>
              <a:rPr lang="de-DE" sz="1400" err="1">
                <a:solidFill>
                  <a:schemeClr val="tx2"/>
                </a:solidFill>
              </a:rPr>
              <a:t>e-mail</a:t>
            </a:r>
            <a:r>
              <a:rPr lang="de-DE" sz="1400">
                <a:solidFill>
                  <a:schemeClr val="tx2"/>
                </a:solidFill>
              </a:rPr>
              <a:t>	</a:t>
            </a:r>
          </a:p>
          <a:p>
            <a:pPr lvl="0">
              <a:spcBef>
                <a:spcPts val="240"/>
              </a:spcBef>
              <a:spcAft>
                <a:spcPts val="0"/>
              </a:spcAft>
              <a:tabLst>
                <a:tab pos="649606" algn="l"/>
              </a:tabLst>
            </a:pPr>
            <a:r>
              <a:rPr lang="de-DE" sz="1400" err="1">
                <a:solidFill>
                  <a:schemeClr val="tx2"/>
                </a:solidFill>
              </a:rPr>
              <a:t>phone</a:t>
            </a:r>
            <a:r>
              <a:rPr lang="de-DE" sz="1400">
                <a:solidFill>
                  <a:schemeClr val="tx2"/>
                </a:solidFill>
              </a:rPr>
              <a:t> 	+49 (0) 711 685-</a:t>
            </a:r>
          </a:p>
          <a:p>
            <a:pPr lvl="0">
              <a:spcBef>
                <a:spcPts val="240"/>
              </a:spcBef>
              <a:spcAft>
                <a:spcPts val="0"/>
              </a:spcAft>
              <a:tabLst>
                <a:tab pos="649606" algn="l"/>
              </a:tabLst>
            </a:pPr>
            <a:r>
              <a:rPr lang="de-DE" sz="1400">
                <a:solidFill>
                  <a:schemeClr val="tx2"/>
                </a:solidFill>
              </a:rPr>
              <a:t>www.</a:t>
            </a:r>
          </a:p>
        </p:txBody>
      </p:sp>
      <p:sp>
        <p:nvSpPr>
          <p:cNvPr id="21" name="Textplatzhalter 10"/>
          <p:cNvSpPr>
            <a:spLocks noGrp="1"/>
          </p:cNvSpPr>
          <p:nvPr>
            <p:ph type="body" sz="quarter" idx="23" hasCustomPrompt="1"/>
          </p:nvPr>
        </p:nvSpPr>
        <p:spPr>
          <a:xfrm>
            <a:off x="5240147" y="3602272"/>
            <a:ext cx="1038827" cy="285996"/>
          </a:xfrm>
        </p:spPr>
        <p:txBody>
          <a:bodyPr/>
          <a:lstStyle>
            <a:lvl1pPr marL="0" indent="0">
              <a:buNone/>
              <a:defRPr sz="1400" b="0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###-##</a:t>
            </a:r>
          </a:p>
        </p:txBody>
      </p:sp>
      <p:sp>
        <p:nvSpPr>
          <p:cNvPr id="23" name="Textfeld 22"/>
          <p:cNvSpPr txBox="1"/>
          <p:nvPr userDrawn="1"/>
        </p:nvSpPr>
        <p:spPr>
          <a:xfrm>
            <a:off x="3275840" y="4392128"/>
            <a:ext cx="4000019" cy="26243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lvl="0" indent="0" defTabSz="685800">
              <a:lnSpc>
                <a:spcPct val="120000"/>
              </a:lnSpc>
              <a:spcBef>
                <a:spcPts val="75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49263" indent="-273050" defTabSz="68580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800">
                <a:solidFill>
                  <a:schemeClr val="bg1"/>
                </a:solidFill>
              </a:defRPr>
            </a:lvl2pPr>
            <a:lvl3pPr marL="715963" indent="-266700" defTabSz="68580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800">
                <a:solidFill>
                  <a:schemeClr val="bg1"/>
                </a:solidFill>
              </a:defRPr>
            </a:lvl3pPr>
            <a:lvl4pPr marL="987425" indent="-271463" defTabSz="68580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800">
                <a:solidFill>
                  <a:schemeClr val="bg1"/>
                </a:solidFill>
              </a:defRPr>
            </a:lvl4pPr>
            <a:lvl5pPr marL="1254125" indent="-266700" defTabSz="68580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800">
                <a:solidFill>
                  <a:schemeClr val="bg1"/>
                </a:solidFill>
              </a:defRPr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pPr lvl="0">
              <a:spcBef>
                <a:spcPts val="240"/>
              </a:spcBef>
              <a:spcAft>
                <a:spcPts val="0"/>
              </a:spcAft>
              <a:tabLst>
                <a:tab pos="649606" algn="l"/>
              </a:tabLst>
            </a:pPr>
            <a:r>
              <a:rPr lang="de-DE" sz="1400">
                <a:solidFill>
                  <a:schemeClr val="tx1"/>
                </a:solidFill>
              </a:rPr>
              <a:t>University</a:t>
            </a:r>
            <a:r>
              <a:rPr lang="de-DE" sz="1400" baseline="0">
                <a:solidFill>
                  <a:schemeClr val="tx1"/>
                </a:solidFill>
              </a:rPr>
              <a:t> </a:t>
            </a:r>
            <a:r>
              <a:rPr lang="de-DE" sz="1400" baseline="0" err="1">
                <a:solidFill>
                  <a:schemeClr val="tx1"/>
                </a:solidFill>
              </a:rPr>
              <a:t>of</a:t>
            </a:r>
            <a:r>
              <a:rPr lang="de-DE" sz="1400" baseline="0">
                <a:solidFill>
                  <a:schemeClr val="tx1"/>
                </a:solidFill>
              </a:rPr>
              <a:t> Stuttgart</a:t>
            </a:r>
            <a:endParaRPr lang="de-DE" sz="1400">
              <a:solidFill>
                <a:schemeClr val="tx1"/>
              </a:solidFill>
            </a:endParaRPr>
          </a:p>
        </p:txBody>
      </p:sp>
      <p:sp>
        <p:nvSpPr>
          <p:cNvPr id="24" name="Textplatzhalter 10"/>
          <p:cNvSpPr>
            <a:spLocks noGrp="1"/>
          </p:cNvSpPr>
          <p:nvPr>
            <p:ph type="body" sz="quarter" idx="25" hasCustomPrompt="1"/>
          </p:nvPr>
        </p:nvSpPr>
        <p:spPr>
          <a:xfrm>
            <a:off x="3275841" y="4694750"/>
            <a:ext cx="5264087" cy="259200"/>
          </a:xfrm>
        </p:spPr>
        <p:txBody>
          <a:bodyPr/>
          <a:lstStyle>
            <a:lvl1pPr marL="0" indent="0">
              <a:buNone/>
              <a:defRPr sz="1400" b="0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Abteilung oder Institutsname</a:t>
            </a:r>
          </a:p>
        </p:txBody>
      </p:sp>
      <p:sp>
        <p:nvSpPr>
          <p:cNvPr id="25" name="Textplatzhalter 10"/>
          <p:cNvSpPr>
            <a:spLocks noGrp="1"/>
          </p:cNvSpPr>
          <p:nvPr>
            <p:ph type="body" sz="quarter" idx="26" hasCustomPrompt="1"/>
          </p:nvPr>
        </p:nvSpPr>
        <p:spPr>
          <a:xfrm>
            <a:off x="3905574" y="3308540"/>
            <a:ext cx="4634355" cy="245122"/>
          </a:xfrm>
        </p:spPr>
        <p:txBody>
          <a:bodyPr/>
          <a:lstStyle>
            <a:lvl1pPr marL="0" indent="0">
              <a:buNone/>
              <a:defRPr sz="1400" b="0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Adresse eingeben</a:t>
            </a:r>
          </a:p>
        </p:txBody>
      </p:sp>
      <p:sp>
        <p:nvSpPr>
          <p:cNvPr id="17" name="Textplatzhalter 10"/>
          <p:cNvSpPr>
            <a:spLocks noGrp="1"/>
          </p:cNvSpPr>
          <p:nvPr>
            <p:ph type="body" sz="quarter" idx="27" hasCustomPrompt="1"/>
          </p:nvPr>
        </p:nvSpPr>
        <p:spPr>
          <a:xfrm>
            <a:off x="3905574" y="3903676"/>
            <a:ext cx="4634353" cy="259200"/>
          </a:xfrm>
        </p:spPr>
        <p:txBody>
          <a:bodyPr/>
          <a:lstStyle>
            <a:lvl1pPr marL="0" indent="0">
              <a:buNone/>
              <a:defRPr sz="1400" b="0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Adresse eingeben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28" hasCustomPrompt="1"/>
          </p:nvPr>
        </p:nvSpPr>
        <p:spPr>
          <a:xfrm>
            <a:off x="762057" y="1672821"/>
            <a:ext cx="11027867" cy="379413"/>
          </a:xfrm>
        </p:spPr>
        <p:txBody>
          <a:bodyPr/>
          <a:lstStyle>
            <a:lvl1pPr marL="0" indent="0">
              <a:buNone/>
              <a:defRPr sz="2200" b="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de-DE" err="1"/>
              <a:t>Thank</a:t>
            </a:r>
            <a:r>
              <a:rPr lang="de-DE"/>
              <a:t> </a:t>
            </a:r>
            <a:r>
              <a:rPr lang="de-DE" err="1"/>
              <a:t>you</a:t>
            </a:r>
            <a:r>
              <a:rPr lang="de-DE"/>
              <a:t>! oder Präsentationstitel oder was auch immer …</a:t>
            </a:r>
          </a:p>
        </p:txBody>
      </p:sp>
      <p:pic>
        <p:nvPicPr>
          <p:cNvPr id="14" name="Inhaltsplatzhalter 1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42837" y="471748"/>
            <a:ext cx="1683827" cy="93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6968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chlussfolie mit Logo wei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ildplatzhalter 7"/>
          <p:cNvSpPr>
            <a:spLocks noGrp="1"/>
          </p:cNvSpPr>
          <p:nvPr>
            <p:ph type="pic" sz="quarter" idx="14"/>
          </p:nvPr>
        </p:nvSpPr>
        <p:spPr>
          <a:xfrm>
            <a:off x="762057" y="2558849"/>
            <a:ext cx="1728000" cy="1731019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tIns="0"/>
          <a:lstStyle>
            <a:lvl1pPr marL="0" indent="0" algn="ctr">
              <a:buNone/>
              <a:defRPr sz="1200">
                <a:solidFill>
                  <a:schemeClr val="tx2"/>
                </a:solidFill>
              </a:defRPr>
            </a:lvl1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18" name="Textplatzhalter 10"/>
          <p:cNvSpPr>
            <a:spLocks noGrp="1"/>
          </p:cNvSpPr>
          <p:nvPr>
            <p:ph type="body" sz="quarter" idx="21" hasCustomPrompt="1"/>
          </p:nvPr>
        </p:nvSpPr>
        <p:spPr>
          <a:xfrm>
            <a:off x="3275841" y="5002560"/>
            <a:ext cx="5264087" cy="259200"/>
          </a:xfrm>
        </p:spPr>
        <p:txBody>
          <a:bodyPr/>
          <a:lstStyle>
            <a:lvl1pPr marL="0" indent="0">
              <a:buNone/>
              <a:defRPr sz="1400" b="0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Adresse</a:t>
            </a:r>
          </a:p>
        </p:txBody>
      </p:sp>
      <p:sp>
        <p:nvSpPr>
          <p:cNvPr id="19" name="Textplatzhalter 10"/>
          <p:cNvSpPr>
            <a:spLocks noGrp="1"/>
          </p:cNvSpPr>
          <p:nvPr>
            <p:ph type="body" sz="quarter" idx="22" hasCustomPrompt="1"/>
          </p:nvPr>
        </p:nvSpPr>
        <p:spPr>
          <a:xfrm>
            <a:off x="3275841" y="2790720"/>
            <a:ext cx="5264087" cy="259200"/>
          </a:xfrm>
        </p:spPr>
        <p:txBody>
          <a:bodyPr/>
          <a:lstStyle>
            <a:lvl1pPr marL="0" indent="0">
              <a:buNone/>
              <a:defRPr sz="14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Name</a:t>
            </a:r>
          </a:p>
        </p:txBody>
      </p:sp>
      <p:sp>
        <p:nvSpPr>
          <p:cNvPr id="20" name="Textfeld 19"/>
          <p:cNvSpPr txBox="1"/>
          <p:nvPr userDrawn="1"/>
        </p:nvSpPr>
        <p:spPr>
          <a:xfrm>
            <a:off x="3275840" y="3319169"/>
            <a:ext cx="3538979" cy="97069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lvl="0" indent="0" defTabSz="685800">
              <a:lnSpc>
                <a:spcPct val="120000"/>
              </a:lnSpc>
              <a:spcBef>
                <a:spcPts val="75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49263" indent="-273050" defTabSz="68580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800">
                <a:solidFill>
                  <a:schemeClr val="bg1"/>
                </a:solidFill>
              </a:defRPr>
            </a:lvl2pPr>
            <a:lvl3pPr marL="715963" indent="-266700" defTabSz="68580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800">
                <a:solidFill>
                  <a:schemeClr val="bg1"/>
                </a:solidFill>
              </a:defRPr>
            </a:lvl3pPr>
            <a:lvl4pPr marL="987425" indent="-271463" defTabSz="68580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800">
                <a:solidFill>
                  <a:schemeClr val="bg1"/>
                </a:solidFill>
              </a:defRPr>
            </a:lvl4pPr>
            <a:lvl5pPr marL="1254125" indent="-266700" defTabSz="68580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800">
                <a:solidFill>
                  <a:schemeClr val="bg1"/>
                </a:solidFill>
              </a:defRPr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pPr lvl="0">
              <a:spcBef>
                <a:spcPts val="240"/>
              </a:spcBef>
              <a:spcAft>
                <a:spcPts val="0"/>
              </a:spcAft>
              <a:tabLst>
                <a:tab pos="649606" algn="l"/>
              </a:tabLst>
            </a:pPr>
            <a:r>
              <a:rPr lang="de-DE" sz="1400" err="1">
                <a:solidFill>
                  <a:schemeClr val="tx2"/>
                </a:solidFill>
              </a:rPr>
              <a:t>e-mail</a:t>
            </a:r>
            <a:r>
              <a:rPr lang="de-DE" sz="1400">
                <a:solidFill>
                  <a:schemeClr val="tx2"/>
                </a:solidFill>
              </a:rPr>
              <a:t>	</a:t>
            </a:r>
          </a:p>
          <a:p>
            <a:pPr lvl="0">
              <a:spcBef>
                <a:spcPts val="240"/>
              </a:spcBef>
              <a:spcAft>
                <a:spcPts val="0"/>
              </a:spcAft>
              <a:tabLst>
                <a:tab pos="649606" algn="l"/>
              </a:tabLst>
            </a:pPr>
            <a:r>
              <a:rPr lang="de-DE" sz="1400" err="1">
                <a:solidFill>
                  <a:schemeClr val="tx2"/>
                </a:solidFill>
              </a:rPr>
              <a:t>phone</a:t>
            </a:r>
            <a:r>
              <a:rPr lang="de-DE" sz="1400">
                <a:solidFill>
                  <a:schemeClr val="tx2"/>
                </a:solidFill>
              </a:rPr>
              <a:t> 	+49 (0) 711 685-</a:t>
            </a:r>
          </a:p>
          <a:p>
            <a:pPr lvl="0">
              <a:spcBef>
                <a:spcPts val="240"/>
              </a:spcBef>
              <a:spcAft>
                <a:spcPts val="0"/>
              </a:spcAft>
              <a:tabLst>
                <a:tab pos="649606" algn="l"/>
              </a:tabLst>
            </a:pPr>
            <a:r>
              <a:rPr lang="de-DE" sz="1400">
                <a:solidFill>
                  <a:schemeClr val="tx2"/>
                </a:solidFill>
              </a:rPr>
              <a:t>www.</a:t>
            </a:r>
          </a:p>
        </p:txBody>
      </p:sp>
      <p:sp>
        <p:nvSpPr>
          <p:cNvPr id="21" name="Textplatzhalter 10"/>
          <p:cNvSpPr>
            <a:spLocks noGrp="1"/>
          </p:cNvSpPr>
          <p:nvPr>
            <p:ph type="body" sz="quarter" idx="23" hasCustomPrompt="1"/>
          </p:nvPr>
        </p:nvSpPr>
        <p:spPr>
          <a:xfrm>
            <a:off x="5240147" y="3602272"/>
            <a:ext cx="1038827" cy="285996"/>
          </a:xfrm>
        </p:spPr>
        <p:txBody>
          <a:bodyPr/>
          <a:lstStyle>
            <a:lvl1pPr marL="0" indent="0">
              <a:buNone/>
              <a:defRPr sz="1400" b="0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###-##</a:t>
            </a:r>
          </a:p>
        </p:txBody>
      </p:sp>
      <p:sp>
        <p:nvSpPr>
          <p:cNvPr id="23" name="Textfeld 22"/>
          <p:cNvSpPr txBox="1"/>
          <p:nvPr userDrawn="1"/>
        </p:nvSpPr>
        <p:spPr>
          <a:xfrm>
            <a:off x="3275840" y="4392128"/>
            <a:ext cx="4000019" cy="26243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lvl="0" indent="0" defTabSz="685800">
              <a:lnSpc>
                <a:spcPct val="120000"/>
              </a:lnSpc>
              <a:spcBef>
                <a:spcPts val="75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49263" indent="-273050" defTabSz="68580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800">
                <a:solidFill>
                  <a:schemeClr val="bg1"/>
                </a:solidFill>
              </a:defRPr>
            </a:lvl2pPr>
            <a:lvl3pPr marL="715963" indent="-266700" defTabSz="68580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800">
                <a:solidFill>
                  <a:schemeClr val="bg1"/>
                </a:solidFill>
              </a:defRPr>
            </a:lvl3pPr>
            <a:lvl4pPr marL="987425" indent="-271463" defTabSz="68580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800">
                <a:solidFill>
                  <a:schemeClr val="bg1"/>
                </a:solidFill>
              </a:defRPr>
            </a:lvl4pPr>
            <a:lvl5pPr marL="1254125" indent="-266700" defTabSz="68580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800">
                <a:solidFill>
                  <a:schemeClr val="bg1"/>
                </a:solidFill>
              </a:defRPr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pPr lvl="0">
              <a:spcBef>
                <a:spcPts val="240"/>
              </a:spcBef>
              <a:spcAft>
                <a:spcPts val="0"/>
              </a:spcAft>
              <a:tabLst>
                <a:tab pos="649606" algn="l"/>
              </a:tabLst>
            </a:pPr>
            <a:r>
              <a:rPr lang="de-DE" sz="1400">
                <a:solidFill>
                  <a:schemeClr val="tx2"/>
                </a:solidFill>
              </a:rPr>
              <a:t>University</a:t>
            </a:r>
            <a:r>
              <a:rPr lang="de-DE" sz="1400" baseline="0">
                <a:solidFill>
                  <a:schemeClr val="tx2"/>
                </a:solidFill>
              </a:rPr>
              <a:t> </a:t>
            </a:r>
            <a:r>
              <a:rPr lang="de-DE" sz="1400" baseline="0" err="1">
                <a:solidFill>
                  <a:schemeClr val="tx2"/>
                </a:solidFill>
              </a:rPr>
              <a:t>of</a:t>
            </a:r>
            <a:r>
              <a:rPr lang="de-DE" sz="1400" baseline="0">
                <a:solidFill>
                  <a:schemeClr val="tx2"/>
                </a:solidFill>
              </a:rPr>
              <a:t> Stuttgart</a:t>
            </a:r>
            <a:endParaRPr lang="de-DE" sz="1400">
              <a:solidFill>
                <a:schemeClr val="tx2"/>
              </a:solidFill>
            </a:endParaRPr>
          </a:p>
        </p:txBody>
      </p:sp>
      <p:sp>
        <p:nvSpPr>
          <p:cNvPr id="24" name="Textplatzhalter 10"/>
          <p:cNvSpPr>
            <a:spLocks noGrp="1"/>
          </p:cNvSpPr>
          <p:nvPr>
            <p:ph type="body" sz="quarter" idx="25" hasCustomPrompt="1"/>
          </p:nvPr>
        </p:nvSpPr>
        <p:spPr>
          <a:xfrm>
            <a:off x="3275841" y="4694750"/>
            <a:ext cx="5264087" cy="259200"/>
          </a:xfrm>
        </p:spPr>
        <p:txBody>
          <a:bodyPr/>
          <a:lstStyle>
            <a:lvl1pPr marL="0" indent="0">
              <a:buNone/>
              <a:defRPr sz="1400" b="0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Abteilung oder Institutsname</a:t>
            </a:r>
          </a:p>
        </p:txBody>
      </p:sp>
      <p:sp>
        <p:nvSpPr>
          <p:cNvPr id="25" name="Textplatzhalter 10"/>
          <p:cNvSpPr>
            <a:spLocks noGrp="1"/>
          </p:cNvSpPr>
          <p:nvPr>
            <p:ph type="body" sz="quarter" idx="26" hasCustomPrompt="1"/>
          </p:nvPr>
        </p:nvSpPr>
        <p:spPr>
          <a:xfrm>
            <a:off x="3905574" y="3308540"/>
            <a:ext cx="4634355" cy="245122"/>
          </a:xfrm>
        </p:spPr>
        <p:txBody>
          <a:bodyPr/>
          <a:lstStyle>
            <a:lvl1pPr marL="0" indent="0">
              <a:buNone/>
              <a:defRPr sz="1400" b="0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Adresse eingeben</a:t>
            </a:r>
          </a:p>
        </p:txBody>
      </p:sp>
      <p:sp>
        <p:nvSpPr>
          <p:cNvPr id="17" name="Textplatzhalter 10"/>
          <p:cNvSpPr>
            <a:spLocks noGrp="1"/>
          </p:cNvSpPr>
          <p:nvPr>
            <p:ph type="body" sz="quarter" idx="27" hasCustomPrompt="1"/>
          </p:nvPr>
        </p:nvSpPr>
        <p:spPr>
          <a:xfrm>
            <a:off x="3905574" y="3903676"/>
            <a:ext cx="4634353" cy="259200"/>
          </a:xfrm>
        </p:spPr>
        <p:txBody>
          <a:bodyPr/>
          <a:lstStyle>
            <a:lvl1pPr marL="0" indent="0">
              <a:buNone/>
              <a:defRPr sz="1400" b="0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Adresse eingeben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28" hasCustomPrompt="1"/>
          </p:nvPr>
        </p:nvSpPr>
        <p:spPr>
          <a:xfrm>
            <a:off x="762057" y="1672821"/>
            <a:ext cx="11027867" cy="379413"/>
          </a:xfrm>
        </p:spPr>
        <p:txBody>
          <a:bodyPr/>
          <a:lstStyle>
            <a:lvl1pPr marL="0" indent="0">
              <a:buNone/>
              <a:defRPr sz="2200" b="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de-DE" err="1"/>
              <a:t>Thank</a:t>
            </a:r>
            <a:r>
              <a:rPr lang="de-DE"/>
              <a:t> </a:t>
            </a:r>
            <a:r>
              <a:rPr lang="de-DE" err="1"/>
              <a:t>you</a:t>
            </a:r>
            <a:r>
              <a:rPr lang="de-DE"/>
              <a:t>! oder Präsentationstitel oder was auch immer …</a:t>
            </a:r>
          </a:p>
        </p:txBody>
      </p:sp>
    </p:spTree>
    <p:extLst>
      <p:ext uri="{BB962C8B-B14F-4D97-AF65-F5344CB8AC3E}">
        <p14:creationId xmlns:p14="http://schemas.microsoft.com/office/powerpoint/2010/main" val="28782318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chlussfolie mit Logo wei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nhaltsplatzhalter 1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3763" y="2790430"/>
            <a:ext cx="1683827" cy="931025"/>
          </a:xfrm>
          <a:prstGeom prst="rect">
            <a:avLst/>
          </a:prstGeom>
        </p:spPr>
      </p:pic>
      <p:sp>
        <p:nvSpPr>
          <p:cNvPr id="18" name="Textplatzhalter 10"/>
          <p:cNvSpPr>
            <a:spLocks noGrp="1"/>
          </p:cNvSpPr>
          <p:nvPr>
            <p:ph type="body" sz="quarter" idx="21" hasCustomPrompt="1"/>
          </p:nvPr>
        </p:nvSpPr>
        <p:spPr>
          <a:xfrm>
            <a:off x="2673675" y="4987311"/>
            <a:ext cx="5264087" cy="259200"/>
          </a:xfrm>
        </p:spPr>
        <p:txBody>
          <a:bodyPr/>
          <a:lstStyle>
            <a:lvl1pPr marL="0" indent="0">
              <a:buNone/>
              <a:defRPr sz="1400" b="0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Adresse</a:t>
            </a:r>
          </a:p>
        </p:txBody>
      </p:sp>
      <p:sp>
        <p:nvSpPr>
          <p:cNvPr id="19" name="Textplatzhalter 10"/>
          <p:cNvSpPr>
            <a:spLocks noGrp="1"/>
          </p:cNvSpPr>
          <p:nvPr>
            <p:ph type="body" sz="quarter" idx="22" hasCustomPrompt="1"/>
          </p:nvPr>
        </p:nvSpPr>
        <p:spPr>
          <a:xfrm>
            <a:off x="2673675" y="2775471"/>
            <a:ext cx="5264087" cy="259200"/>
          </a:xfrm>
        </p:spPr>
        <p:txBody>
          <a:bodyPr/>
          <a:lstStyle>
            <a:lvl1pPr marL="0" indent="0">
              <a:buNone/>
              <a:defRPr sz="14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Name</a:t>
            </a:r>
          </a:p>
        </p:txBody>
      </p:sp>
      <p:sp>
        <p:nvSpPr>
          <p:cNvPr id="20" name="Textfeld 19"/>
          <p:cNvSpPr txBox="1"/>
          <p:nvPr userDrawn="1"/>
        </p:nvSpPr>
        <p:spPr>
          <a:xfrm>
            <a:off x="2673674" y="3303920"/>
            <a:ext cx="3538979" cy="97069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lvl="0" indent="0" defTabSz="685800">
              <a:lnSpc>
                <a:spcPct val="120000"/>
              </a:lnSpc>
              <a:spcBef>
                <a:spcPts val="75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49263" indent="-273050" defTabSz="68580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800">
                <a:solidFill>
                  <a:schemeClr val="bg1"/>
                </a:solidFill>
              </a:defRPr>
            </a:lvl2pPr>
            <a:lvl3pPr marL="715963" indent="-266700" defTabSz="68580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800">
                <a:solidFill>
                  <a:schemeClr val="bg1"/>
                </a:solidFill>
              </a:defRPr>
            </a:lvl3pPr>
            <a:lvl4pPr marL="987425" indent="-271463" defTabSz="68580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800">
                <a:solidFill>
                  <a:schemeClr val="bg1"/>
                </a:solidFill>
              </a:defRPr>
            </a:lvl4pPr>
            <a:lvl5pPr marL="1254125" indent="-266700" defTabSz="68580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800">
                <a:solidFill>
                  <a:schemeClr val="bg1"/>
                </a:solidFill>
              </a:defRPr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pPr lvl="0">
              <a:spcBef>
                <a:spcPts val="240"/>
              </a:spcBef>
              <a:spcAft>
                <a:spcPts val="0"/>
              </a:spcAft>
              <a:tabLst>
                <a:tab pos="649606" algn="l"/>
              </a:tabLst>
            </a:pPr>
            <a:r>
              <a:rPr lang="de-DE" sz="1400">
                <a:solidFill>
                  <a:schemeClr val="tx2"/>
                </a:solidFill>
              </a:rPr>
              <a:t>✉️ 	</a:t>
            </a:r>
          </a:p>
          <a:p>
            <a:pPr lvl="0">
              <a:spcBef>
                <a:spcPts val="240"/>
              </a:spcBef>
              <a:spcAft>
                <a:spcPts val="0"/>
              </a:spcAft>
              <a:tabLst>
                <a:tab pos="649606" algn="l"/>
              </a:tabLst>
            </a:pPr>
            <a:r>
              <a:rPr lang="de-DE" sz="1400">
                <a:solidFill>
                  <a:schemeClr val="tx2"/>
                </a:solidFill>
              </a:rPr>
              <a:t>📞 +49 (0) 711 685-</a:t>
            </a:r>
          </a:p>
          <a:p>
            <a:pPr lvl="0">
              <a:spcBef>
                <a:spcPts val="240"/>
              </a:spcBef>
              <a:spcAft>
                <a:spcPts val="0"/>
              </a:spcAft>
              <a:tabLst>
                <a:tab pos="649606" algn="l"/>
              </a:tabLst>
            </a:pPr>
            <a:r>
              <a:rPr lang="de-DE" sz="1400" err="1">
                <a:solidFill>
                  <a:schemeClr val="tx2"/>
                </a:solidFill>
              </a:rPr>
              <a:t>www.icvt.uni-stuttgart.de</a:t>
            </a:r>
            <a:endParaRPr lang="de-DE" sz="1400">
              <a:solidFill>
                <a:schemeClr val="tx2"/>
              </a:solidFill>
            </a:endParaRPr>
          </a:p>
        </p:txBody>
      </p:sp>
      <p:sp>
        <p:nvSpPr>
          <p:cNvPr id="21" name="Textplatzhalter 10"/>
          <p:cNvSpPr>
            <a:spLocks noGrp="1"/>
          </p:cNvSpPr>
          <p:nvPr>
            <p:ph type="body" sz="quarter" idx="23" hasCustomPrompt="1"/>
          </p:nvPr>
        </p:nvSpPr>
        <p:spPr>
          <a:xfrm>
            <a:off x="4204011" y="3587023"/>
            <a:ext cx="1472798" cy="269249"/>
          </a:xfrm>
        </p:spPr>
        <p:txBody>
          <a:bodyPr/>
          <a:lstStyle>
            <a:lvl1pPr marL="0" indent="0">
              <a:buNone/>
              <a:defRPr sz="1400" b="0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###-##</a:t>
            </a:r>
          </a:p>
        </p:txBody>
      </p:sp>
      <p:sp>
        <p:nvSpPr>
          <p:cNvPr id="23" name="Textfeld 22"/>
          <p:cNvSpPr txBox="1"/>
          <p:nvPr userDrawn="1"/>
        </p:nvSpPr>
        <p:spPr>
          <a:xfrm>
            <a:off x="2673674" y="4376879"/>
            <a:ext cx="4000019" cy="26243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lvl="0" indent="0" defTabSz="685800">
              <a:lnSpc>
                <a:spcPct val="120000"/>
              </a:lnSpc>
              <a:spcBef>
                <a:spcPts val="75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49263" indent="-273050" defTabSz="68580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800">
                <a:solidFill>
                  <a:schemeClr val="bg1"/>
                </a:solidFill>
              </a:defRPr>
            </a:lvl2pPr>
            <a:lvl3pPr marL="715963" indent="-266700" defTabSz="68580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800">
                <a:solidFill>
                  <a:schemeClr val="bg1"/>
                </a:solidFill>
              </a:defRPr>
            </a:lvl3pPr>
            <a:lvl4pPr marL="987425" indent="-271463" defTabSz="68580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800">
                <a:solidFill>
                  <a:schemeClr val="bg1"/>
                </a:solidFill>
              </a:defRPr>
            </a:lvl4pPr>
            <a:lvl5pPr marL="1254125" indent="-266700" defTabSz="68580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800">
                <a:solidFill>
                  <a:schemeClr val="bg1"/>
                </a:solidFill>
              </a:defRPr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pPr lvl="0">
              <a:spcBef>
                <a:spcPts val="240"/>
              </a:spcBef>
              <a:spcAft>
                <a:spcPts val="0"/>
              </a:spcAft>
              <a:tabLst>
                <a:tab pos="649606" algn="l"/>
              </a:tabLst>
            </a:pPr>
            <a:r>
              <a:rPr lang="de-DE" sz="1400">
                <a:solidFill>
                  <a:schemeClr val="tx2"/>
                </a:solidFill>
              </a:rPr>
              <a:t>Universität</a:t>
            </a:r>
            <a:r>
              <a:rPr lang="de-DE" sz="1400" baseline="0">
                <a:solidFill>
                  <a:schemeClr val="tx2"/>
                </a:solidFill>
              </a:rPr>
              <a:t> Stuttgart</a:t>
            </a:r>
            <a:endParaRPr lang="de-DE" sz="1400">
              <a:solidFill>
                <a:schemeClr val="tx2"/>
              </a:solidFill>
            </a:endParaRPr>
          </a:p>
        </p:txBody>
      </p:sp>
      <p:sp>
        <p:nvSpPr>
          <p:cNvPr id="24" name="Textplatzhalter 10"/>
          <p:cNvSpPr>
            <a:spLocks noGrp="1"/>
          </p:cNvSpPr>
          <p:nvPr>
            <p:ph type="body" sz="quarter" idx="25" hasCustomPrompt="1"/>
          </p:nvPr>
        </p:nvSpPr>
        <p:spPr>
          <a:xfrm>
            <a:off x="2673675" y="4679501"/>
            <a:ext cx="5264087" cy="259200"/>
          </a:xfrm>
        </p:spPr>
        <p:txBody>
          <a:bodyPr/>
          <a:lstStyle>
            <a:lvl1pPr marL="0" indent="0">
              <a:buNone/>
              <a:defRPr sz="1400" b="0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Abteilung oder Institutsname</a:t>
            </a:r>
          </a:p>
        </p:txBody>
      </p:sp>
      <p:sp>
        <p:nvSpPr>
          <p:cNvPr id="25" name="Textplatzhalter 10"/>
          <p:cNvSpPr>
            <a:spLocks noGrp="1"/>
          </p:cNvSpPr>
          <p:nvPr>
            <p:ph type="body" sz="quarter" idx="26" hasCustomPrompt="1"/>
          </p:nvPr>
        </p:nvSpPr>
        <p:spPr>
          <a:xfrm>
            <a:off x="2921620" y="3293291"/>
            <a:ext cx="5016143" cy="293732"/>
          </a:xfrm>
        </p:spPr>
        <p:txBody>
          <a:bodyPr/>
          <a:lstStyle>
            <a:lvl1pPr marL="0" indent="0">
              <a:buNone/>
              <a:defRPr sz="1400" b="0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Emailadresse eingeben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28" hasCustomPrompt="1"/>
          </p:nvPr>
        </p:nvSpPr>
        <p:spPr>
          <a:xfrm>
            <a:off x="652547" y="1654686"/>
            <a:ext cx="11027867" cy="379413"/>
          </a:xfrm>
        </p:spPr>
        <p:txBody>
          <a:bodyPr/>
          <a:lstStyle>
            <a:lvl1pPr marL="0" indent="0">
              <a:buNone/>
              <a:defRPr sz="2200" b="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de-DE" err="1"/>
              <a:t>Thank</a:t>
            </a:r>
            <a:r>
              <a:rPr lang="de-DE"/>
              <a:t> </a:t>
            </a:r>
            <a:r>
              <a:rPr lang="de-DE" err="1"/>
              <a:t>you</a:t>
            </a:r>
            <a:r>
              <a:rPr lang="de-DE"/>
              <a:t>! oder Präsentationstitel oder was auch immer …</a:t>
            </a:r>
          </a:p>
        </p:txBody>
      </p:sp>
    </p:spTree>
    <p:extLst>
      <p:ext uri="{BB962C8B-B14F-4D97-AF65-F5344CB8AC3E}">
        <p14:creationId xmlns:p14="http://schemas.microsoft.com/office/powerpoint/2010/main" val="25479535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&quot;leer&quot;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/>
              <a:t>10.09.2025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E82CC3C-1DC0-4FDA-9590-6CC506AB67F8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9" name="Titel 8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/>
              <a:t>Titelmasterformat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3790922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4422" y="1381216"/>
            <a:ext cx="10943167" cy="4882514"/>
          </a:xfrm>
        </p:spPr>
        <p:txBody>
          <a:bodyPr/>
          <a:lstStyle>
            <a:lvl1pPr>
              <a:defRPr sz="1900">
                <a:solidFill>
                  <a:schemeClr val="tx2"/>
                </a:solidFill>
              </a:defRPr>
            </a:lvl1pPr>
            <a:lvl2pPr>
              <a:defRPr sz="1900">
                <a:solidFill>
                  <a:schemeClr val="tx2"/>
                </a:solidFill>
              </a:defRPr>
            </a:lvl2pPr>
            <a:lvl3pPr>
              <a:defRPr sz="1700">
                <a:solidFill>
                  <a:schemeClr val="tx2"/>
                </a:solidFill>
              </a:defRPr>
            </a:lvl3pPr>
            <a:lvl4pPr>
              <a:defRPr sz="1700">
                <a:solidFill>
                  <a:schemeClr val="tx2"/>
                </a:solidFill>
              </a:defRPr>
            </a:lvl4pPr>
            <a:lvl5pPr>
              <a:defRPr sz="1700">
                <a:solidFill>
                  <a:schemeClr val="tx2"/>
                </a:solidFill>
              </a:defRPr>
            </a:lvl5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/>
              <a:t>10.09.2025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E82CC3C-1DC0-4FDA-9590-6CC506AB67F8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624004" y="985366"/>
            <a:ext cx="10944000" cy="331470"/>
          </a:xfrm>
        </p:spPr>
        <p:txBody>
          <a:bodyPr lIns="0" tIns="0" rIns="0" bIns="0"/>
          <a:lstStyle>
            <a:lvl1pPr marL="0" indent="0">
              <a:buNone/>
              <a:defRPr sz="22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Untertitel durch Klicken bearbeiten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/>
              <a:t>Titelmasterformat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38694079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2zeilig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4422" y="1381434"/>
            <a:ext cx="10943167" cy="4882514"/>
          </a:xfrm>
        </p:spPr>
        <p:txBody>
          <a:bodyPr/>
          <a:lstStyle>
            <a:lvl1pPr>
              <a:defRPr sz="1900">
                <a:solidFill>
                  <a:schemeClr val="tx2"/>
                </a:solidFill>
              </a:defRPr>
            </a:lvl1pPr>
            <a:lvl2pPr>
              <a:defRPr sz="1900">
                <a:solidFill>
                  <a:schemeClr val="tx2"/>
                </a:solidFill>
              </a:defRPr>
            </a:lvl2pPr>
            <a:lvl3pPr>
              <a:defRPr sz="1700">
                <a:solidFill>
                  <a:schemeClr val="tx2"/>
                </a:solidFill>
              </a:defRPr>
            </a:lvl3pPr>
            <a:lvl4pPr>
              <a:defRPr sz="1700">
                <a:solidFill>
                  <a:schemeClr val="tx2"/>
                </a:solidFill>
              </a:defRPr>
            </a:lvl4pPr>
            <a:lvl5pPr>
              <a:defRPr sz="1700">
                <a:solidFill>
                  <a:schemeClr val="tx2"/>
                </a:solidFill>
              </a:defRPr>
            </a:lvl5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/>
              <a:t>10.09.2025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E82CC3C-1DC0-4FDA-9590-6CC506AB67F8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7" name="Titel 8"/>
          <p:cNvSpPr>
            <a:spLocks noGrp="1"/>
          </p:cNvSpPr>
          <p:nvPr>
            <p:ph type="title"/>
          </p:nvPr>
        </p:nvSpPr>
        <p:spPr>
          <a:xfrm>
            <a:off x="624422" y="327666"/>
            <a:ext cx="10943167" cy="33394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/>
              <a:t>Titelmasterformat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39589376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4000" y="1381887"/>
            <a:ext cx="5280000" cy="4882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87584" y="1381986"/>
            <a:ext cx="5280000" cy="48819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/>
              <a:t>10.09.2025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E82CC3C-1DC0-4FDA-9590-6CC506AB67F8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0" name="Titel 9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9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624000" y="985952"/>
            <a:ext cx="10944000" cy="331470"/>
          </a:xfrm>
        </p:spPr>
        <p:txBody>
          <a:bodyPr lIns="0" tIns="0" rIns="0" bIns="0"/>
          <a:lstStyle>
            <a:lvl1pPr marL="0" indent="0">
              <a:buNone/>
              <a:defRPr sz="22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Untertitel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9046471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&quot;leer&quot;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/>
              <a:t>10.09.2025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E82CC3C-1DC0-4FDA-9590-6CC506AB67F8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9" name="Titel 8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/>
              <a:t>Titelmasterformat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451209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4422" y="1381216"/>
            <a:ext cx="10943167" cy="4882514"/>
          </a:xfrm>
        </p:spPr>
        <p:txBody>
          <a:bodyPr/>
          <a:lstStyle>
            <a:lvl1pPr>
              <a:defRPr sz="1900">
                <a:solidFill>
                  <a:schemeClr val="tx2"/>
                </a:solidFill>
              </a:defRPr>
            </a:lvl1pPr>
            <a:lvl2pPr>
              <a:defRPr sz="1900">
                <a:solidFill>
                  <a:schemeClr val="tx2"/>
                </a:solidFill>
              </a:defRPr>
            </a:lvl2pPr>
            <a:lvl3pPr>
              <a:defRPr sz="1700">
                <a:solidFill>
                  <a:schemeClr val="tx2"/>
                </a:solidFill>
              </a:defRPr>
            </a:lvl3pPr>
            <a:lvl4pPr>
              <a:defRPr sz="1700">
                <a:solidFill>
                  <a:schemeClr val="tx2"/>
                </a:solidFill>
              </a:defRPr>
            </a:lvl4pPr>
            <a:lvl5pPr>
              <a:defRPr sz="1700">
                <a:solidFill>
                  <a:schemeClr val="tx2"/>
                </a:solidFill>
              </a:defRPr>
            </a:lvl5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/>
              <a:t>10.09.2025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E82CC3C-1DC0-4FDA-9590-6CC506AB67F8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624004" y="985366"/>
            <a:ext cx="10944000" cy="331470"/>
          </a:xfrm>
        </p:spPr>
        <p:txBody>
          <a:bodyPr lIns="0" tIns="0" rIns="0" bIns="0"/>
          <a:lstStyle>
            <a:lvl1pPr marL="0" indent="0">
              <a:buNone/>
              <a:defRPr sz="22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Untertitel durch Klicken bearbeiten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/>
              <a:t>Titelmasterformat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9446479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2zeilig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4422" y="1381434"/>
            <a:ext cx="10943167" cy="4882514"/>
          </a:xfrm>
        </p:spPr>
        <p:txBody>
          <a:bodyPr/>
          <a:lstStyle>
            <a:lvl1pPr>
              <a:defRPr sz="1900">
                <a:solidFill>
                  <a:schemeClr val="tx2"/>
                </a:solidFill>
              </a:defRPr>
            </a:lvl1pPr>
            <a:lvl2pPr>
              <a:defRPr sz="1900">
                <a:solidFill>
                  <a:schemeClr val="tx2"/>
                </a:solidFill>
              </a:defRPr>
            </a:lvl2pPr>
            <a:lvl3pPr>
              <a:defRPr sz="1700">
                <a:solidFill>
                  <a:schemeClr val="tx2"/>
                </a:solidFill>
              </a:defRPr>
            </a:lvl3pPr>
            <a:lvl4pPr>
              <a:defRPr sz="1700">
                <a:solidFill>
                  <a:schemeClr val="tx2"/>
                </a:solidFill>
              </a:defRPr>
            </a:lvl4pPr>
            <a:lvl5pPr>
              <a:defRPr sz="1700">
                <a:solidFill>
                  <a:schemeClr val="tx2"/>
                </a:solidFill>
              </a:defRPr>
            </a:lvl5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/>
              <a:t>10.09.2025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E82CC3C-1DC0-4FDA-9590-6CC506AB67F8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7" name="Titel 8"/>
          <p:cNvSpPr>
            <a:spLocks noGrp="1"/>
          </p:cNvSpPr>
          <p:nvPr>
            <p:ph type="title"/>
          </p:nvPr>
        </p:nvSpPr>
        <p:spPr>
          <a:xfrm>
            <a:off x="624422" y="327666"/>
            <a:ext cx="10943167" cy="33394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/>
              <a:t>Titelmasterformat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39703518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4000" y="1381887"/>
            <a:ext cx="5280000" cy="4882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87584" y="1381986"/>
            <a:ext cx="5280000" cy="48819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/>
              <a:t>10.09.2025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E82CC3C-1DC0-4FDA-9590-6CC506AB67F8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0" name="Titel 9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9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624000" y="985952"/>
            <a:ext cx="10944000" cy="331470"/>
          </a:xfrm>
        </p:spPr>
        <p:txBody>
          <a:bodyPr lIns="0" tIns="0" rIns="0" bIns="0"/>
          <a:lstStyle>
            <a:lvl1pPr marL="0" indent="0">
              <a:buNone/>
              <a:defRPr sz="22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Untertitel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13854256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&quot;leer&quot;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/>
              <a:t>10.09.2025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E82CC3C-1DC0-4FDA-9590-6CC506AB67F8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9" name="Titel 8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/>
              <a:t>Titelmasterformat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78821483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4422" y="1381216"/>
            <a:ext cx="10943167" cy="4882514"/>
          </a:xfrm>
        </p:spPr>
        <p:txBody>
          <a:bodyPr/>
          <a:lstStyle>
            <a:lvl1pPr>
              <a:defRPr sz="1900">
                <a:solidFill>
                  <a:schemeClr val="tx2"/>
                </a:solidFill>
              </a:defRPr>
            </a:lvl1pPr>
            <a:lvl2pPr>
              <a:defRPr sz="1900">
                <a:solidFill>
                  <a:schemeClr val="tx2"/>
                </a:solidFill>
              </a:defRPr>
            </a:lvl2pPr>
            <a:lvl3pPr>
              <a:defRPr sz="1700">
                <a:solidFill>
                  <a:schemeClr val="tx2"/>
                </a:solidFill>
              </a:defRPr>
            </a:lvl3pPr>
            <a:lvl4pPr>
              <a:defRPr sz="1700">
                <a:solidFill>
                  <a:schemeClr val="tx2"/>
                </a:solidFill>
              </a:defRPr>
            </a:lvl4pPr>
            <a:lvl5pPr>
              <a:defRPr sz="1700">
                <a:solidFill>
                  <a:schemeClr val="tx2"/>
                </a:solidFill>
              </a:defRPr>
            </a:lvl5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/>
              <a:t>10.09.2025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E82CC3C-1DC0-4FDA-9590-6CC506AB67F8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624004" y="985366"/>
            <a:ext cx="10944000" cy="331470"/>
          </a:xfrm>
        </p:spPr>
        <p:txBody>
          <a:bodyPr lIns="0" tIns="0" rIns="0" bIns="0"/>
          <a:lstStyle>
            <a:lvl1pPr marL="0" indent="0">
              <a:buNone/>
              <a:defRPr sz="22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Untertitel durch Klicken bearbeiten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/>
              <a:t>Titelmasterformat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401891917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2zeilig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4422" y="1381434"/>
            <a:ext cx="10943167" cy="4882514"/>
          </a:xfrm>
        </p:spPr>
        <p:txBody>
          <a:bodyPr/>
          <a:lstStyle>
            <a:lvl1pPr>
              <a:defRPr sz="1900">
                <a:solidFill>
                  <a:schemeClr val="tx2"/>
                </a:solidFill>
              </a:defRPr>
            </a:lvl1pPr>
            <a:lvl2pPr>
              <a:defRPr sz="1900">
                <a:solidFill>
                  <a:schemeClr val="tx2"/>
                </a:solidFill>
              </a:defRPr>
            </a:lvl2pPr>
            <a:lvl3pPr>
              <a:defRPr sz="1700">
                <a:solidFill>
                  <a:schemeClr val="tx2"/>
                </a:solidFill>
              </a:defRPr>
            </a:lvl3pPr>
            <a:lvl4pPr>
              <a:defRPr sz="1700">
                <a:solidFill>
                  <a:schemeClr val="tx2"/>
                </a:solidFill>
              </a:defRPr>
            </a:lvl4pPr>
            <a:lvl5pPr>
              <a:defRPr sz="1700">
                <a:solidFill>
                  <a:schemeClr val="tx2"/>
                </a:solidFill>
              </a:defRPr>
            </a:lvl5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/>
              <a:t>10.09.2025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E82CC3C-1DC0-4FDA-9590-6CC506AB67F8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7" name="Titel 8"/>
          <p:cNvSpPr>
            <a:spLocks noGrp="1"/>
          </p:cNvSpPr>
          <p:nvPr>
            <p:ph type="title"/>
          </p:nvPr>
        </p:nvSpPr>
        <p:spPr>
          <a:xfrm>
            <a:off x="624422" y="327666"/>
            <a:ext cx="10943167" cy="33394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/>
              <a:t>Titelmasterformat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0347523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4000" y="1381887"/>
            <a:ext cx="5280000" cy="4882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87584" y="1381986"/>
            <a:ext cx="5280000" cy="48819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/>
              <a:t>10.09.2025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E82CC3C-1DC0-4FDA-9590-6CC506AB67F8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0" name="Titel 9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9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624000" y="985952"/>
            <a:ext cx="10944000" cy="331470"/>
          </a:xfrm>
        </p:spPr>
        <p:txBody>
          <a:bodyPr lIns="0" tIns="0" rIns="0" bIns="0"/>
          <a:lstStyle>
            <a:lvl1pPr marL="0" indent="0">
              <a:buNone/>
              <a:defRPr sz="22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Untertitel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31501952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&quot;leer&quot;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/>
              <a:t>10.09.2025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E82CC3C-1DC0-4FDA-9590-6CC506AB67F8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9" name="Titel 8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/>
              <a:t>Titelmasterformat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61334874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4422" y="1381216"/>
            <a:ext cx="10943167" cy="4882514"/>
          </a:xfrm>
        </p:spPr>
        <p:txBody>
          <a:bodyPr/>
          <a:lstStyle>
            <a:lvl1pPr>
              <a:defRPr sz="1900">
                <a:solidFill>
                  <a:schemeClr val="tx2"/>
                </a:solidFill>
              </a:defRPr>
            </a:lvl1pPr>
            <a:lvl2pPr>
              <a:defRPr sz="1900">
                <a:solidFill>
                  <a:schemeClr val="tx2"/>
                </a:solidFill>
              </a:defRPr>
            </a:lvl2pPr>
            <a:lvl3pPr>
              <a:defRPr sz="1700">
                <a:solidFill>
                  <a:schemeClr val="tx2"/>
                </a:solidFill>
              </a:defRPr>
            </a:lvl3pPr>
            <a:lvl4pPr>
              <a:defRPr sz="1700">
                <a:solidFill>
                  <a:schemeClr val="tx2"/>
                </a:solidFill>
              </a:defRPr>
            </a:lvl4pPr>
            <a:lvl5pPr>
              <a:defRPr sz="1700">
                <a:solidFill>
                  <a:schemeClr val="tx2"/>
                </a:solidFill>
              </a:defRPr>
            </a:lvl5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/>
              <a:t>10.09.2025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E82CC3C-1DC0-4FDA-9590-6CC506AB67F8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624004" y="985366"/>
            <a:ext cx="10944000" cy="331470"/>
          </a:xfrm>
        </p:spPr>
        <p:txBody>
          <a:bodyPr lIns="0" tIns="0" rIns="0" bIns="0"/>
          <a:lstStyle>
            <a:lvl1pPr marL="0" indent="0">
              <a:buNone/>
              <a:defRPr sz="22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Untertitel durch Klicken bearbeiten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/>
              <a:t>Titelmasterformat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349805694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2zeilig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4422" y="1381434"/>
            <a:ext cx="10943167" cy="4882514"/>
          </a:xfrm>
        </p:spPr>
        <p:txBody>
          <a:bodyPr/>
          <a:lstStyle>
            <a:lvl1pPr>
              <a:defRPr sz="1900">
                <a:solidFill>
                  <a:schemeClr val="tx2"/>
                </a:solidFill>
              </a:defRPr>
            </a:lvl1pPr>
            <a:lvl2pPr>
              <a:defRPr sz="1900">
                <a:solidFill>
                  <a:schemeClr val="tx2"/>
                </a:solidFill>
              </a:defRPr>
            </a:lvl2pPr>
            <a:lvl3pPr>
              <a:defRPr sz="1700">
                <a:solidFill>
                  <a:schemeClr val="tx2"/>
                </a:solidFill>
              </a:defRPr>
            </a:lvl3pPr>
            <a:lvl4pPr>
              <a:defRPr sz="1700">
                <a:solidFill>
                  <a:schemeClr val="tx2"/>
                </a:solidFill>
              </a:defRPr>
            </a:lvl4pPr>
            <a:lvl5pPr>
              <a:defRPr sz="1700">
                <a:solidFill>
                  <a:schemeClr val="tx2"/>
                </a:solidFill>
              </a:defRPr>
            </a:lvl5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/>
              <a:t>10.09.2025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E82CC3C-1DC0-4FDA-9590-6CC506AB67F8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7" name="Titel 8"/>
          <p:cNvSpPr>
            <a:spLocks noGrp="1"/>
          </p:cNvSpPr>
          <p:nvPr>
            <p:ph type="title"/>
          </p:nvPr>
        </p:nvSpPr>
        <p:spPr>
          <a:xfrm>
            <a:off x="624422" y="327666"/>
            <a:ext cx="10943167" cy="33394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/>
              <a:t>Titelmasterformat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364816092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4000" y="1381887"/>
            <a:ext cx="5280000" cy="4882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87584" y="1381986"/>
            <a:ext cx="5280000" cy="48819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/>
              <a:t>10.09.2025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E82CC3C-1DC0-4FDA-9590-6CC506AB67F8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0" name="Titel 9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9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624000" y="985952"/>
            <a:ext cx="10944000" cy="331470"/>
          </a:xfrm>
        </p:spPr>
        <p:txBody>
          <a:bodyPr lIns="0" tIns="0" rIns="0" bIns="0"/>
          <a:lstStyle>
            <a:lvl1pPr marL="0" indent="0">
              <a:buNone/>
              <a:defRPr sz="22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Untertitel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427978216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&quot;leer&quot;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/>
              <a:t>10.09.2025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E82CC3C-1DC0-4FDA-9590-6CC506AB67F8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9" name="Titel 8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/>
              <a:t>Titelmasterformat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049063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4422" y="1381216"/>
            <a:ext cx="10943167" cy="4882514"/>
          </a:xfrm>
        </p:spPr>
        <p:txBody>
          <a:bodyPr/>
          <a:lstStyle>
            <a:lvl1pPr>
              <a:defRPr sz="1900">
                <a:solidFill>
                  <a:schemeClr val="tx2"/>
                </a:solidFill>
              </a:defRPr>
            </a:lvl1pPr>
            <a:lvl2pPr>
              <a:defRPr sz="1900">
                <a:solidFill>
                  <a:schemeClr val="tx2"/>
                </a:solidFill>
              </a:defRPr>
            </a:lvl2pPr>
            <a:lvl3pPr>
              <a:defRPr sz="1700">
                <a:solidFill>
                  <a:schemeClr val="tx2"/>
                </a:solidFill>
              </a:defRPr>
            </a:lvl3pPr>
            <a:lvl4pPr>
              <a:defRPr sz="1700">
                <a:solidFill>
                  <a:schemeClr val="tx2"/>
                </a:solidFill>
              </a:defRPr>
            </a:lvl4pPr>
            <a:lvl5pPr>
              <a:defRPr sz="1700">
                <a:solidFill>
                  <a:schemeClr val="tx2"/>
                </a:solidFill>
              </a:defRPr>
            </a:lvl5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/>
              <a:t>10.09.2025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E82CC3C-1DC0-4FDA-9590-6CC506AB67F8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624004" y="985366"/>
            <a:ext cx="10944000" cy="331470"/>
          </a:xfrm>
        </p:spPr>
        <p:txBody>
          <a:bodyPr lIns="0" tIns="0" rIns="0" bIns="0"/>
          <a:lstStyle>
            <a:lvl1pPr marL="0" indent="0">
              <a:buNone/>
              <a:defRPr sz="22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Untertitel durch Klicken bearbeiten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/>
              <a:t>Titelmasterformat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428997808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2zeilig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4422" y="1381434"/>
            <a:ext cx="10943167" cy="4882514"/>
          </a:xfrm>
        </p:spPr>
        <p:txBody>
          <a:bodyPr/>
          <a:lstStyle>
            <a:lvl1pPr>
              <a:defRPr sz="1900">
                <a:solidFill>
                  <a:schemeClr val="tx2"/>
                </a:solidFill>
              </a:defRPr>
            </a:lvl1pPr>
            <a:lvl2pPr>
              <a:defRPr sz="1900">
                <a:solidFill>
                  <a:schemeClr val="tx2"/>
                </a:solidFill>
              </a:defRPr>
            </a:lvl2pPr>
            <a:lvl3pPr>
              <a:defRPr sz="1700">
                <a:solidFill>
                  <a:schemeClr val="tx2"/>
                </a:solidFill>
              </a:defRPr>
            </a:lvl3pPr>
            <a:lvl4pPr>
              <a:defRPr sz="1700">
                <a:solidFill>
                  <a:schemeClr val="tx2"/>
                </a:solidFill>
              </a:defRPr>
            </a:lvl4pPr>
            <a:lvl5pPr>
              <a:defRPr sz="1700">
                <a:solidFill>
                  <a:schemeClr val="tx2"/>
                </a:solidFill>
              </a:defRPr>
            </a:lvl5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/>
              <a:t>10.09.2025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E82CC3C-1DC0-4FDA-9590-6CC506AB67F8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7" name="Titel 8"/>
          <p:cNvSpPr>
            <a:spLocks noGrp="1"/>
          </p:cNvSpPr>
          <p:nvPr>
            <p:ph type="title"/>
          </p:nvPr>
        </p:nvSpPr>
        <p:spPr>
          <a:xfrm>
            <a:off x="624422" y="327666"/>
            <a:ext cx="10943167" cy="33394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/>
              <a:t>Titelmasterformat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314107256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4000" y="1381887"/>
            <a:ext cx="5280000" cy="4882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87584" y="1381986"/>
            <a:ext cx="5280000" cy="48819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/>
              <a:t>10.09.2025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E82CC3C-1DC0-4FDA-9590-6CC506AB67F8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0" name="Titel 9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9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624000" y="985952"/>
            <a:ext cx="10944000" cy="331470"/>
          </a:xfrm>
        </p:spPr>
        <p:txBody>
          <a:bodyPr lIns="0" tIns="0" rIns="0" bIns="0"/>
          <a:lstStyle>
            <a:lvl1pPr marL="0" indent="0">
              <a:buNone/>
              <a:defRPr sz="22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Untertitel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0951753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.png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14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4.png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18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1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3.png"/><Relationship Id="rId5" Type="http://schemas.openxmlformats.org/officeDocument/2006/relationships/theme" Target="../theme/theme4.xml"/><Relationship Id="rId4" Type="http://schemas.openxmlformats.org/officeDocument/2006/relationships/slideLayout" Target="../slideLayouts/slideLayout22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3.png"/><Relationship Id="rId5" Type="http://schemas.openxmlformats.org/officeDocument/2006/relationships/theme" Target="../theme/theme5.xml"/><Relationship Id="rId4" Type="http://schemas.openxmlformats.org/officeDocument/2006/relationships/slideLayout" Target="../slideLayouts/slideLayout26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9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4.png"/><Relationship Id="rId5" Type="http://schemas.openxmlformats.org/officeDocument/2006/relationships/theme" Target="../theme/theme6.xml"/><Relationship Id="rId4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4422" y="1224916"/>
            <a:ext cx="10943167" cy="488251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1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8002" y="413435"/>
            <a:ext cx="2563285" cy="518398"/>
          </a:xfrm>
          <a:prstGeom prst="rect">
            <a:avLst/>
          </a:prstGeom>
        </p:spPr>
      </p:pic>
      <p:sp>
        <p:nvSpPr>
          <p:cNvPr id="10" name="Textfeld 9"/>
          <p:cNvSpPr txBox="1"/>
          <p:nvPr userDrawn="1"/>
        </p:nvSpPr>
        <p:spPr>
          <a:xfrm>
            <a:off x="1128409" y="776190"/>
            <a:ext cx="3324628" cy="59400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855878" rtl="0" eaLnBrk="1" fontAlgn="auto" latinLnBrk="0" hangingPunct="1">
              <a:lnSpc>
                <a:spcPct val="120000"/>
              </a:lnSpc>
              <a:spcBef>
                <a:spcPts val="625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sz="1400"/>
              <a:t>Institute </a:t>
            </a:r>
            <a:r>
              <a:rPr lang="de-DE" sz="1400" err="1"/>
              <a:t>of</a:t>
            </a:r>
            <a:r>
              <a:rPr lang="de-DE" sz="1400"/>
              <a:t> Chemical </a:t>
            </a:r>
            <a:r>
              <a:rPr lang="de-DE" sz="1400" err="1"/>
              <a:t>Process</a:t>
            </a:r>
            <a:r>
              <a:rPr lang="de-DE" sz="1400"/>
              <a:t> Engineering</a:t>
            </a:r>
          </a:p>
          <a:p>
            <a:pPr marL="0" indent="0">
              <a:lnSpc>
                <a:spcPct val="120000"/>
              </a:lnSpc>
              <a:spcBef>
                <a:spcPts val="625"/>
              </a:spcBef>
              <a:buClr>
                <a:schemeClr val="accent1"/>
              </a:buClr>
              <a:buFont typeface="Arial" panose="020B0604020202020204" pitchFamily="34" charset="0"/>
              <a:buNone/>
            </a:pPr>
            <a:endParaRPr lang="de-DE" sz="1400"/>
          </a:p>
        </p:txBody>
      </p:sp>
    </p:spTree>
    <p:extLst>
      <p:ext uri="{BB962C8B-B14F-4D97-AF65-F5344CB8AC3E}">
        <p14:creationId xmlns:p14="http://schemas.microsoft.com/office/powerpoint/2010/main" val="1297630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720" r:id="rId2"/>
    <p:sldLayoutId id="2147483721" r:id="rId3"/>
    <p:sldLayoutId id="2147483661" r:id="rId4"/>
    <p:sldLayoutId id="2147483691" r:id="rId5"/>
    <p:sldLayoutId id="2147483688" r:id="rId6"/>
    <p:sldLayoutId id="2147483690" r:id="rId7"/>
    <p:sldLayoutId id="2147483686" r:id="rId8"/>
    <p:sldLayoutId id="2147483722" r:id="rId9"/>
    <p:sldLayoutId id="2147483728" r:id="rId10"/>
  </p:sldLayoutIdLst>
  <p:hf hdr="0" ftr="0"/>
  <p:txStyles>
    <p:titleStyle>
      <a:lvl1pPr algn="l" defTabSz="685745" rtl="0" eaLnBrk="1" latinLnBrk="0" hangingPunct="1">
        <a:lnSpc>
          <a:spcPct val="90000"/>
        </a:lnSpc>
        <a:spcBef>
          <a:spcPct val="0"/>
        </a:spcBef>
        <a:buNone/>
        <a:defRPr sz="2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36" indent="-171436" algn="l" defTabSz="685745" rtl="0" eaLnBrk="1" latinLnBrk="0" hangingPunct="1">
        <a:lnSpc>
          <a:spcPct val="120000"/>
        </a:lnSpc>
        <a:spcBef>
          <a:spcPts val="750"/>
        </a:spcBef>
        <a:buClr>
          <a:schemeClr val="accent1"/>
        </a:buClr>
        <a:buFont typeface="Arial" panose="020B0604020202020204" pitchFamily="34" charset="0"/>
        <a:buChar char="•"/>
        <a:defRPr sz="1900" kern="1200">
          <a:solidFill>
            <a:schemeClr val="tx2"/>
          </a:solidFill>
          <a:latin typeface="+mn-lt"/>
          <a:ea typeface="+mn-ea"/>
          <a:cs typeface="+mn-cs"/>
        </a:defRPr>
      </a:lvl1pPr>
      <a:lvl2pPr marL="360334" indent="-184135" algn="l" defTabSz="685745" rtl="0" eaLnBrk="1" latinLnBrk="0" hangingPunct="1">
        <a:lnSpc>
          <a:spcPct val="120000"/>
        </a:lnSpc>
        <a:spcBef>
          <a:spcPts val="374"/>
        </a:spcBef>
        <a:buClr>
          <a:schemeClr val="tx1"/>
        </a:buClr>
        <a:buFont typeface="Arial" panose="020B0604020202020204" pitchFamily="34" charset="0"/>
        <a:buChar char="•"/>
        <a:defRPr sz="1900" kern="1200">
          <a:solidFill>
            <a:schemeClr val="tx2"/>
          </a:solidFill>
          <a:latin typeface="+mn-lt"/>
          <a:ea typeface="+mn-ea"/>
          <a:cs typeface="+mn-cs"/>
        </a:defRPr>
      </a:lvl2pPr>
      <a:lvl3pPr marL="536532" indent="-176198" algn="l" defTabSz="685745" rtl="0" eaLnBrk="1" latinLnBrk="0" hangingPunct="1">
        <a:lnSpc>
          <a:spcPct val="120000"/>
        </a:lnSpc>
        <a:spcBef>
          <a:spcPts val="374"/>
        </a:spcBef>
        <a:buClr>
          <a:schemeClr val="tx1"/>
        </a:buClr>
        <a:buFont typeface="Arial" panose="020B0604020202020204" pitchFamily="34" charset="0"/>
        <a:buChar char="•"/>
        <a:defRPr sz="1700" kern="1200">
          <a:solidFill>
            <a:schemeClr val="tx2"/>
          </a:solidFill>
          <a:latin typeface="+mn-lt"/>
          <a:ea typeface="+mn-ea"/>
          <a:cs typeface="+mn-cs"/>
        </a:defRPr>
      </a:lvl3pPr>
      <a:lvl4pPr marL="720667" indent="-184135" algn="l" defTabSz="685745" rtl="0" eaLnBrk="1" latinLnBrk="0" hangingPunct="1">
        <a:lnSpc>
          <a:spcPct val="120000"/>
        </a:lnSpc>
        <a:spcBef>
          <a:spcPts val="374"/>
        </a:spcBef>
        <a:buClr>
          <a:schemeClr val="tx1"/>
        </a:buClr>
        <a:buFont typeface="Arial" panose="020B0604020202020204" pitchFamily="34" charset="0"/>
        <a:buChar char="•"/>
        <a:defRPr sz="1700" kern="1200">
          <a:solidFill>
            <a:schemeClr val="tx2"/>
          </a:solidFill>
          <a:latin typeface="+mn-lt"/>
          <a:ea typeface="+mn-ea"/>
          <a:cs typeface="+mn-cs"/>
        </a:defRPr>
      </a:lvl4pPr>
      <a:lvl5pPr marL="896866" indent="-176198" algn="l" defTabSz="685745" rtl="0" eaLnBrk="1" latinLnBrk="0" hangingPunct="1">
        <a:lnSpc>
          <a:spcPct val="120000"/>
        </a:lnSpc>
        <a:spcBef>
          <a:spcPts val="374"/>
        </a:spcBef>
        <a:buClr>
          <a:schemeClr val="tx1"/>
        </a:buClr>
        <a:buFont typeface="Arial" panose="020B0604020202020204" pitchFamily="34" charset="0"/>
        <a:buChar char="•"/>
        <a:defRPr sz="1700" kern="1200">
          <a:solidFill>
            <a:schemeClr val="tx2"/>
          </a:solidFill>
          <a:latin typeface="+mn-lt"/>
          <a:ea typeface="+mn-ea"/>
          <a:cs typeface="+mn-cs"/>
        </a:defRPr>
      </a:lvl5pPr>
      <a:lvl6pPr marL="1885799" indent="-171436" algn="l" defTabSz="685745" rtl="0" eaLnBrk="1" latinLnBrk="0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672" indent="-171436" algn="l" defTabSz="685745" rtl="0" eaLnBrk="1" latinLnBrk="0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544" indent="-171436" algn="l" defTabSz="685745" rtl="0" eaLnBrk="1" latinLnBrk="0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417" indent="-171436" algn="l" defTabSz="685745" rtl="0" eaLnBrk="1" latinLnBrk="0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4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74" algn="l" defTabSz="68574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745" algn="l" defTabSz="68574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18" algn="l" defTabSz="68574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490" algn="l" defTabSz="68574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363" algn="l" defTabSz="68574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234" algn="l" defTabSz="68574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108" algn="l" defTabSz="68574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2982" algn="l" defTabSz="68574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643" userDrawn="1">
          <p15:clr>
            <a:srgbClr val="F26B43"/>
          </p15:clr>
        </p15:guide>
        <p15:guide id="2" pos="328" userDrawn="1">
          <p15:clr>
            <a:srgbClr val="F26B43"/>
          </p15:clr>
        </p15:guide>
        <p15:guide id="3" orient="horz" pos="3206" userDrawn="1">
          <p15:clr>
            <a:srgbClr val="F26B43"/>
          </p15:clr>
        </p15:guide>
        <p15:guide id="4" pos="6072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dplatzhalter 8">
            <a:extLst>
              <a:ext uri="{FF2B5EF4-FFF2-40B4-BE49-F238E27FC236}">
                <a16:creationId xmlns:a16="http://schemas.microsoft.com/office/drawing/2014/main" id="{D448ED79-F194-A1AC-280A-1B0EF6CAAE3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729997" y="182656"/>
            <a:ext cx="1219264" cy="69364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4422" y="327666"/>
            <a:ext cx="10943167" cy="33394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4422" y="1224916"/>
            <a:ext cx="10943167" cy="488251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089123" y="6589158"/>
            <a:ext cx="960477" cy="15388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1000" smtClean="0">
                <a:solidFill>
                  <a:schemeClr val="tx2"/>
                </a:solidFill>
              </a:defRPr>
            </a:lvl1pPr>
          </a:lstStyle>
          <a:p>
            <a:r>
              <a:rPr lang="de-DE"/>
              <a:t>10.09.2025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36278" y="6589158"/>
            <a:ext cx="331311" cy="15828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9E82CC3C-1DC0-4FDA-9590-6CC506AB67F8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8" name="Footer Placeholder 4"/>
          <p:cNvSpPr txBox="1">
            <a:spLocks/>
          </p:cNvSpPr>
          <p:nvPr userDrawn="1"/>
        </p:nvSpPr>
        <p:spPr>
          <a:xfrm>
            <a:off x="638641" y="6562854"/>
            <a:ext cx="7740113" cy="15388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marL="0" algn="l" defTabSz="855878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27939" algn="l" defTabSz="855878" rtl="0" eaLnBrk="1" latinLnBrk="0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5878" algn="l" defTabSz="855878" rtl="0" eaLnBrk="1" latinLnBrk="0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3818" algn="l" defTabSz="855878" rtl="0" eaLnBrk="1" latinLnBrk="0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11757" algn="l" defTabSz="855878" rtl="0" eaLnBrk="1" latinLnBrk="0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39696" algn="l" defTabSz="855878" rtl="0" eaLnBrk="1" latinLnBrk="0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67635" algn="l" defTabSz="855878" rtl="0" eaLnBrk="1" latinLnBrk="0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95574" algn="l" defTabSz="855878" rtl="0" eaLnBrk="1" latinLnBrk="0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3514" algn="l" defTabSz="855878" rtl="0" eaLnBrk="1" latinLnBrk="0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8558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chemeClr val="tx2"/>
                </a:solidFill>
              </a:rPr>
              <a:t>University</a:t>
            </a:r>
            <a:r>
              <a:rPr lang="en-US" sz="1000" baseline="0">
                <a:solidFill>
                  <a:schemeClr val="tx2"/>
                </a:solidFill>
              </a:rPr>
              <a:t> of </a:t>
            </a:r>
            <a:r>
              <a:rPr lang="en-US" sz="1000">
                <a:solidFill>
                  <a:schemeClr val="tx2"/>
                </a:solidFill>
              </a:rPr>
              <a:t>Stuttgart | Daniel Kleschew</a:t>
            </a:r>
          </a:p>
        </p:txBody>
      </p:sp>
      <p:cxnSp>
        <p:nvCxnSpPr>
          <p:cNvPr id="10" name="Gerade Verbindung 5"/>
          <p:cNvCxnSpPr/>
          <p:nvPr userDrawn="1"/>
        </p:nvCxnSpPr>
        <p:spPr>
          <a:xfrm>
            <a:off x="1" y="761100"/>
            <a:ext cx="10297169" cy="8392"/>
          </a:xfrm>
          <a:prstGeom prst="line">
            <a:avLst/>
          </a:prstGeom>
          <a:ln w="25400">
            <a:gradFill flip="none" rotWithShape="1">
              <a:gsLst>
                <a:gs pos="0">
                  <a:schemeClr val="accent2"/>
                </a:gs>
                <a:gs pos="39999">
                  <a:schemeClr val="accent2">
                    <a:lumMod val="60000"/>
                    <a:lumOff val="40000"/>
                  </a:schemeClr>
                </a:gs>
                <a:gs pos="70000">
                  <a:schemeClr val="accent2">
                    <a:lumMod val="40000"/>
                    <a:lumOff val="60000"/>
                  </a:schemeClr>
                </a:gs>
                <a:gs pos="100000">
                  <a:schemeClr val="bg1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46469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09" r:id="rId2"/>
    <p:sldLayoutId id="2147483710" r:id="rId3"/>
    <p:sldLayoutId id="2147483711" r:id="rId4"/>
  </p:sldLayoutIdLst>
  <p:hf hdr="0" ftr="0"/>
  <p:txStyles>
    <p:titleStyle>
      <a:lvl1pPr algn="l" defTabSz="685745" rtl="0" eaLnBrk="1" latinLnBrk="0" hangingPunct="1">
        <a:lnSpc>
          <a:spcPct val="90000"/>
        </a:lnSpc>
        <a:spcBef>
          <a:spcPct val="0"/>
        </a:spcBef>
        <a:buNone/>
        <a:defRPr sz="22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71436" indent="-171436" algn="l" defTabSz="685745" rtl="0" eaLnBrk="1" latinLnBrk="0" hangingPunct="1">
        <a:lnSpc>
          <a:spcPct val="120000"/>
        </a:lnSpc>
        <a:spcBef>
          <a:spcPts val="750"/>
        </a:spcBef>
        <a:buClr>
          <a:schemeClr val="accent1"/>
        </a:buClr>
        <a:buFont typeface="Arial" panose="020B0604020202020204" pitchFamily="34" charset="0"/>
        <a:buChar char="•"/>
        <a:defRPr sz="1900" kern="1200">
          <a:solidFill>
            <a:schemeClr val="tx2"/>
          </a:solidFill>
          <a:latin typeface="+mn-lt"/>
          <a:ea typeface="+mn-ea"/>
          <a:cs typeface="+mn-cs"/>
        </a:defRPr>
      </a:lvl1pPr>
      <a:lvl2pPr marL="360334" indent="-184135" algn="l" defTabSz="685745" rtl="0" eaLnBrk="1" latinLnBrk="0" hangingPunct="1">
        <a:lnSpc>
          <a:spcPct val="120000"/>
        </a:lnSpc>
        <a:spcBef>
          <a:spcPts val="374"/>
        </a:spcBef>
        <a:buClr>
          <a:schemeClr val="tx1"/>
        </a:buClr>
        <a:buFont typeface="Arial" panose="020B0604020202020204" pitchFamily="34" charset="0"/>
        <a:buChar char="•"/>
        <a:defRPr sz="1900" kern="1200">
          <a:solidFill>
            <a:schemeClr val="tx2"/>
          </a:solidFill>
          <a:latin typeface="+mn-lt"/>
          <a:ea typeface="+mn-ea"/>
          <a:cs typeface="+mn-cs"/>
        </a:defRPr>
      </a:lvl2pPr>
      <a:lvl3pPr marL="536532" indent="-176198" algn="l" defTabSz="685745" rtl="0" eaLnBrk="1" latinLnBrk="0" hangingPunct="1">
        <a:lnSpc>
          <a:spcPct val="120000"/>
        </a:lnSpc>
        <a:spcBef>
          <a:spcPts val="374"/>
        </a:spcBef>
        <a:buClr>
          <a:schemeClr val="tx1"/>
        </a:buClr>
        <a:buFont typeface="Arial" panose="020B0604020202020204" pitchFamily="34" charset="0"/>
        <a:buChar char="•"/>
        <a:defRPr sz="1700" kern="1200">
          <a:solidFill>
            <a:schemeClr val="tx2"/>
          </a:solidFill>
          <a:latin typeface="+mn-lt"/>
          <a:ea typeface="+mn-ea"/>
          <a:cs typeface="+mn-cs"/>
        </a:defRPr>
      </a:lvl3pPr>
      <a:lvl4pPr marL="720667" indent="-184135" algn="l" defTabSz="685745" rtl="0" eaLnBrk="1" latinLnBrk="0" hangingPunct="1">
        <a:lnSpc>
          <a:spcPct val="120000"/>
        </a:lnSpc>
        <a:spcBef>
          <a:spcPts val="374"/>
        </a:spcBef>
        <a:buClr>
          <a:schemeClr val="tx1"/>
        </a:buClr>
        <a:buFont typeface="Arial" panose="020B0604020202020204" pitchFamily="34" charset="0"/>
        <a:buChar char="•"/>
        <a:defRPr sz="1700" kern="1200">
          <a:solidFill>
            <a:schemeClr val="tx2"/>
          </a:solidFill>
          <a:latin typeface="+mn-lt"/>
          <a:ea typeface="+mn-ea"/>
          <a:cs typeface="+mn-cs"/>
        </a:defRPr>
      </a:lvl4pPr>
      <a:lvl5pPr marL="896866" indent="-176198" algn="l" defTabSz="685745" rtl="0" eaLnBrk="1" latinLnBrk="0" hangingPunct="1">
        <a:lnSpc>
          <a:spcPct val="120000"/>
        </a:lnSpc>
        <a:spcBef>
          <a:spcPts val="374"/>
        </a:spcBef>
        <a:buClr>
          <a:schemeClr val="tx1"/>
        </a:buClr>
        <a:buFont typeface="Arial" panose="020B0604020202020204" pitchFamily="34" charset="0"/>
        <a:buChar char="•"/>
        <a:defRPr sz="1700" kern="1200">
          <a:solidFill>
            <a:schemeClr val="tx2"/>
          </a:solidFill>
          <a:latin typeface="+mn-lt"/>
          <a:ea typeface="+mn-ea"/>
          <a:cs typeface="+mn-cs"/>
        </a:defRPr>
      </a:lvl5pPr>
      <a:lvl6pPr marL="1885799" indent="-171436" algn="l" defTabSz="685745" rtl="0" eaLnBrk="1" latinLnBrk="0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672" indent="-171436" algn="l" defTabSz="685745" rtl="0" eaLnBrk="1" latinLnBrk="0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544" indent="-171436" algn="l" defTabSz="685745" rtl="0" eaLnBrk="1" latinLnBrk="0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417" indent="-171436" algn="l" defTabSz="685745" rtl="0" eaLnBrk="1" latinLnBrk="0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4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74" algn="l" defTabSz="68574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745" algn="l" defTabSz="68574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18" algn="l" defTabSz="68574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490" algn="l" defTabSz="68574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363" algn="l" defTabSz="68574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234" algn="l" defTabSz="68574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108" algn="l" defTabSz="68574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2982" algn="l" defTabSz="68574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643" userDrawn="1">
          <p15:clr>
            <a:srgbClr val="F26B43"/>
          </p15:clr>
        </p15:guide>
        <p15:guide id="2" pos="328" userDrawn="1">
          <p15:clr>
            <a:srgbClr val="F26B43"/>
          </p15:clr>
        </p15:guide>
        <p15:guide id="3" orient="horz" pos="3206" userDrawn="1">
          <p15:clr>
            <a:srgbClr val="F26B43"/>
          </p15:clr>
        </p15:guide>
        <p15:guide id="4" pos="6072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4422" y="327666"/>
            <a:ext cx="10943167" cy="33394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4422" y="1224916"/>
            <a:ext cx="10943167" cy="488251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089123" y="6589158"/>
            <a:ext cx="960477" cy="15388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1000" smtClean="0">
                <a:solidFill>
                  <a:schemeClr val="tx2"/>
                </a:solidFill>
              </a:defRPr>
            </a:lvl1pPr>
          </a:lstStyle>
          <a:p>
            <a:r>
              <a:rPr lang="de-DE"/>
              <a:t>10.09.2025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14172" y="6589158"/>
            <a:ext cx="353417" cy="15388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9E82CC3C-1DC0-4FDA-9590-6CC506AB67F8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8" name="Footer Placeholder 4"/>
          <p:cNvSpPr txBox="1">
            <a:spLocks/>
          </p:cNvSpPr>
          <p:nvPr userDrawn="1"/>
        </p:nvSpPr>
        <p:spPr>
          <a:xfrm>
            <a:off x="638641" y="6562854"/>
            <a:ext cx="7740113" cy="15388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marL="0" algn="l" defTabSz="855878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27939" algn="l" defTabSz="855878" rtl="0" eaLnBrk="1" latinLnBrk="0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5878" algn="l" defTabSz="855878" rtl="0" eaLnBrk="1" latinLnBrk="0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3818" algn="l" defTabSz="855878" rtl="0" eaLnBrk="1" latinLnBrk="0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11757" algn="l" defTabSz="855878" rtl="0" eaLnBrk="1" latinLnBrk="0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39696" algn="l" defTabSz="855878" rtl="0" eaLnBrk="1" latinLnBrk="0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67635" algn="l" defTabSz="855878" rtl="0" eaLnBrk="1" latinLnBrk="0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95574" algn="l" defTabSz="855878" rtl="0" eaLnBrk="1" latinLnBrk="0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3514" algn="l" defTabSz="855878" rtl="0" eaLnBrk="1" latinLnBrk="0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8558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chemeClr val="tx2"/>
                </a:solidFill>
              </a:rPr>
              <a:t>University</a:t>
            </a:r>
            <a:r>
              <a:rPr lang="en-US" sz="1000" baseline="0">
                <a:solidFill>
                  <a:schemeClr val="tx2"/>
                </a:solidFill>
              </a:rPr>
              <a:t> of </a:t>
            </a:r>
            <a:r>
              <a:rPr lang="en-US" sz="1000">
                <a:solidFill>
                  <a:schemeClr val="tx2"/>
                </a:solidFill>
              </a:rPr>
              <a:t>Stuttgart | Daniel Kleschew</a:t>
            </a:r>
          </a:p>
        </p:txBody>
      </p:sp>
      <p:pic>
        <p:nvPicPr>
          <p:cNvPr id="9" name="Inhaltsplatzhalter 1"/>
          <p:cNvPicPr>
            <a:picLocks noChangeAspect="1"/>
          </p:cNvPicPr>
          <p:nvPr userDrawn="1"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93163" y="91469"/>
            <a:ext cx="1367289" cy="75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676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25" r:id="rId2"/>
    <p:sldLayoutId id="2147483726" r:id="rId3"/>
    <p:sldLayoutId id="2147483727" r:id="rId4"/>
  </p:sldLayoutIdLst>
  <p:hf hdr="0" ftr="0"/>
  <p:txStyles>
    <p:titleStyle>
      <a:lvl1pPr algn="l" defTabSz="685745" rtl="0" eaLnBrk="1" latinLnBrk="0" hangingPunct="1">
        <a:lnSpc>
          <a:spcPct val="90000"/>
        </a:lnSpc>
        <a:spcBef>
          <a:spcPct val="0"/>
        </a:spcBef>
        <a:buNone/>
        <a:defRPr sz="22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71436" indent="-171436" algn="l" defTabSz="685745" rtl="0" eaLnBrk="1" latinLnBrk="0" hangingPunct="1">
        <a:lnSpc>
          <a:spcPct val="120000"/>
        </a:lnSpc>
        <a:spcBef>
          <a:spcPts val="750"/>
        </a:spcBef>
        <a:buClr>
          <a:schemeClr val="accent1"/>
        </a:buClr>
        <a:buFont typeface="Arial" panose="020B0604020202020204" pitchFamily="34" charset="0"/>
        <a:buChar char="•"/>
        <a:defRPr sz="1900" kern="1200">
          <a:solidFill>
            <a:schemeClr val="tx2"/>
          </a:solidFill>
          <a:latin typeface="+mn-lt"/>
          <a:ea typeface="+mn-ea"/>
          <a:cs typeface="+mn-cs"/>
        </a:defRPr>
      </a:lvl1pPr>
      <a:lvl2pPr marL="360334" indent="-184135" algn="l" defTabSz="685745" rtl="0" eaLnBrk="1" latinLnBrk="0" hangingPunct="1">
        <a:lnSpc>
          <a:spcPct val="120000"/>
        </a:lnSpc>
        <a:spcBef>
          <a:spcPts val="374"/>
        </a:spcBef>
        <a:buClr>
          <a:schemeClr val="tx1"/>
        </a:buClr>
        <a:buFont typeface="Arial" panose="020B0604020202020204" pitchFamily="34" charset="0"/>
        <a:buChar char="•"/>
        <a:defRPr sz="1900" kern="1200">
          <a:solidFill>
            <a:schemeClr val="tx2"/>
          </a:solidFill>
          <a:latin typeface="+mn-lt"/>
          <a:ea typeface="+mn-ea"/>
          <a:cs typeface="+mn-cs"/>
        </a:defRPr>
      </a:lvl2pPr>
      <a:lvl3pPr marL="536532" indent="-176198" algn="l" defTabSz="685745" rtl="0" eaLnBrk="1" latinLnBrk="0" hangingPunct="1">
        <a:lnSpc>
          <a:spcPct val="120000"/>
        </a:lnSpc>
        <a:spcBef>
          <a:spcPts val="374"/>
        </a:spcBef>
        <a:buClr>
          <a:schemeClr val="tx1"/>
        </a:buClr>
        <a:buFont typeface="Arial" panose="020B0604020202020204" pitchFamily="34" charset="0"/>
        <a:buChar char="•"/>
        <a:defRPr sz="1700" kern="1200">
          <a:solidFill>
            <a:schemeClr val="tx2"/>
          </a:solidFill>
          <a:latin typeface="+mn-lt"/>
          <a:ea typeface="+mn-ea"/>
          <a:cs typeface="+mn-cs"/>
        </a:defRPr>
      </a:lvl3pPr>
      <a:lvl4pPr marL="720667" indent="-184135" algn="l" defTabSz="685745" rtl="0" eaLnBrk="1" latinLnBrk="0" hangingPunct="1">
        <a:lnSpc>
          <a:spcPct val="120000"/>
        </a:lnSpc>
        <a:spcBef>
          <a:spcPts val="374"/>
        </a:spcBef>
        <a:buClr>
          <a:schemeClr val="tx1"/>
        </a:buClr>
        <a:buFont typeface="Arial" panose="020B0604020202020204" pitchFamily="34" charset="0"/>
        <a:buChar char="•"/>
        <a:defRPr sz="1700" kern="1200">
          <a:solidFill>
            <a:schemeClr val="tx2"/>
          </a:solidFill>
          <a:latin typeface="+mn-lt"/>
          <a:ea typeface="+mn-ea"/>
          <a:cs typeface="+mn-cs"/>
        </a:defRPr>
      </a:lvl4pPr>
      <a:lvl5pPr marL="896866" indent="-176198" algn="l" defTabSz="685745" rtl="0" eaLnBrk="1" latinLnBrk="0" hangingPunct="1">
        <a:lnSpc>
          <a:spcPct val="120000"/>
        </a:lnSpc>
        <a:spcBef>
          <a:spcPts val="374"/>
        </a:spcBef>
        <a:buClr>
          <a:schemeClr val="tx1"/>
        </a:buClr>
        <a:buFont typeface="Arial" panose="020B0604020202020204" pitchFamily="34" charset="0"/>
        <a:buChar char="•"/>
        <a:defRPr sz="1700" kern="1200">
          <a:solidFill>
            <a:schemeClr val="tx2"/>
          </a:solidFill>
          <a:latin typeface="+mn-lt"/>
          <a:ea typeface="+mn-ea"/>
          <a:cs typeface="+mn-cs"/>
        </a:defRPr>
      </a:lvl5pPr>
      <a:lvl6pPr marL="1885799" indent="-171436" algn="l" defTabSz="685745" rtl="0" eaLnBrk="1" latinLnBrk="0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672" indent="-171436" algn="l" defTabSz="685745" rtl="0" eaLnBrk="1" latinLnBrk="0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544" indent="-171436" algn="l" defTabSz="685745" rtl="0" eaLnBrk="1" latinLnBrk="0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417" indent="-171436" algn="l" defTabSz="685745" rtl="0" eaLnBrk="1" latinLnBrk="0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4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74" algn="l" defTabSz="68574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745" algn="l" defTabSz="68574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18" algn="l" defTabSz="68574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490" algn="l" defTabSz="68574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363" algn="l" defTabSz="68574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234" algn="l" defTabSz="68574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108" algn="l" defTabSz="68574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2982" algn="l" defTabSz="68574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643">
          <p15:clr>
            <a:srgbClr val="F26B43"/>
          </p15:clr>
        </p15:guide>
        <p15:guide id="2" pos="328">
          <p15:clr>
            <a:srgbClr val="F26B43"/>
          </p15:clr>
        </p15:guide>
        <p15:guide id="3" orient="horz" pos="3206">
          <p15:clr>
            <a:srgbClr val="F26B43"/>
          </p15:clr>
        </p15:guide>
        <p15:guide id="4" pos="6072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dplatzhalter 8">
            <a:extLst>
              <a:ext uri="{FF2B5EF4-FFF2-40B4-BE49-F238E27FC236}">
                <a16:creationId xmlns:a16="http://schemas.microsoft.com/office/drawing/2014/main" id="{D448ED79-F194-A1AC-280A-1B0EF6CAAE3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729997" y="182656"/>
            <a:ext cx="1219264" cy="69364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4422" y="327666"/>
            <a:ext cx="10943167" cy="33394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4422" y="1224916"/>
            <a:ext cx="10943167" cy="488251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089123" y="6589158"/>
            <a:ext cx="960477" cy="15388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1000" smtClean="0">
                <a:solidFill>
                  <a:schemeClr val="tx2"/>
                </a:solidFill>
              </a:defRPr>
            </a:lvl1pPr>
          </a:lstStyle>
          <a:p>
            <a:r>
              <a:rPr lang="de-DE"/>
              <a:t>10.09.2025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36278" y="6589158"/>
            <a:ext cx="331311" cy="15828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9E82CC3C-1DC0-4FDA-9590-6CC506AB67F8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8" name="Footer Placeholder 4"/>
          <p:cNvSpPr txBox="1">
            <a:spLocks/>
          </p:cNvSpPr>
          <p:nvPr userDrawn="1"/>
        </p:nvSpPr>
        <p:spPr>
          <a:xfrm>
            <a:off x="638641" y="6562854"/>
            <a:ext cx="7740113" cy="15388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marL="0" algn="l" defTabSz="855878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27939" algn="l" defTabSz="855878" rtl="0" eaLnBrk="1" latinLnBrk="0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5878" algn="l" defTabSz="855878" rtl="0" eaLnBrk="1" latinLnBrk="0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3818" algn="l" defTabSz="855878" rtl="0" eaLnBrk="1" latinLnBrk="0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11757" algn="l" defTabSz="855878" rtl="0" eaLnBrk="1" latinLnBrk="0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39696" algn="l" defTabSz="855878" rtl="0" eaLnBrk="1" latinLnBrk="0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67635" algn="l" defTabSz="855878" rtl="0" eaLnBrk="1" latinLnBrk="0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95574" algn="l" defTabSz="855878" rtl="0" eaLnBrk="1" latinLnBrk="0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3514" algn="l" defTabSz="855878" rtl="0" eaLnBrk="1" latinLnBrk="0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8558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chemeClr val="tx2"/>
                </a:solidFill>
              </a:rPr>
              <a:t>University</a:t>
            </a:r>
            <a:r>
              <a:rPr lang="en-US" sz="1000" baseline="0">
                <a:solidFill>
                  <a:schemeClr val="tx2"/>
                </a:solidFill>
              </a:rPr>
              <a:t> of </a:t>
            </a:r>
            <a:r>
              <a:rPr lang="en-US" sz="1000">
                <a:solidFill>
                  <a:schemeClr val="tx2"/>
                </a:solidFill>
              </a:rPr>
              <a:t>Stuttgart | Daniel Kleschew</a:t>
            </a:r>
          </a:p>
        </p:txBody>
      </p:sp>
      <p:cxnSp>
        <p:nvCxnSpPr>
          <p:cNvPr id="10" name="Gerade Verbindung 5"/>
          <p:cNvCxnSpPr/>
          <p:nvPr userDrawn="1"/>
        </p:nvCxnSpPr>
        <p:spPr>
          <a:xfrm>
            <a:off x="1" y="761100"/>
            <a:ext cx="10297169" cy="8392"/>
          </a:xfrm>
          <a:prstGeom prst="line">
            <a:avLst/>
          </a:prstGeom>
          <a:ln w="25400">
            <a:gradFill flip="none" rotWithShape="1">
              <a:gsLst>
                <a:gs pos="0">
                  <a:schemeClr val="accent2"/>
                </a:gs>
                <a:gs pos="39999">
                  <a:schemeClr val="accent2">
                    <a:lumMod val="60000"/>
                    <a:lumOff val="40000"/>
                  </a:schemeClr>
                </a:gs>
                <a:gs pos="70000">
                  <a:schemeClr val="accent2">
                    <a:lumMod val="40000"/>
                    <a:lumOff val="60000"/>
                  </a:schemeClr>
                </a:gs>
                <a:gs pos="100000">
                  <a:schemeClr val="bg1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6230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3" r:id="rId1"/>
    <p:sldLayoutId id="2147483744" r:id="rId2"/>
    <p:sldLayoutId id="2147483745" r:id="rId3"/>
    <p:sldLayoutId id="2147483746" r:id="rId4"/>
  </p:sldLayoutIdLst>
  <p:hf hdr="0" ftr="0"/>
  <p:txStyles>
    <p:titleStyle>
      <a:lvl1pPr algn="l" defTabSz="685745" rtl="0" eaLnBrk="1" latinLnBrk="0" hangingPunct="1">
        <a:lnSpc>
          <a:spcPct val="90000"/>
        </a:lnSpc>
        <a:spcBef>
          <a:spcPct val="0"/>
        </a:spcBef>
        <a:buNone/>
        <a:defRPr sz="22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71436" indent="-171436" algn="l" defTabSz="685745" rtl="0" eaLnBrk="1" latinLnBrk="0" hangingPunct="1">
        <a:lnSpc>
          <a:spcPct val="120000"/>
        </a:lnSpc>
        <a:spcBef>
          <a:spcPts val="750"/>
        </a:spcBef>
        <a:buClr>
          <a:schemeClr val="accent1"/>
        </a:buClr>
        <a:buFont typeface="Arial" panose="020B0604020202020204" pitchFamily="34" charset="0"/>
        <a:buChar char="•"/>
        <a:defRPr sz="1900" kern="1200">
          <a:solidFill>
            <a:schemeClr val="tx2"/>
          </a:solidFill>
          <a:latin typeface="+mn-lt"/>
          <a:ea typeface="+mn-ea"/>
          <a:cs typeface="+mn-cs"/>
        </a:defRPr>
      </a:lvl1pPr>
      <a:lvl2pPr marL="360334" indent="-184135" algn="l" defTabSz="685745" rtl="0" eaLnBrk="1" latinLnBrk="0" hangingPunct="1">
        <a:lnSpc>
          <a:spcPct val="120000"/>
        </a:lnSpc>
        <a:spcBef>
          <a:spcPts val="374"/>
        </a:spcBef>
        <a:buClr>
          <a:schemeClr val="tx1"/>
        </a:buClr>
        <a:buFont typeface="Arial" panose="020B0604020202020204" pitchFamily="34" charset="0"/>
        <a:buChar char="•"/>
        <a:defRPr sz="1900" kern="1200">
          <a:solidFill>
            <a:schemeClr val="tx2"/>
          </a:solidFill>
          <a:latin typeface="+mn-lt"/>
          <a:ea typeface="+mn-ea"/>
          <a:cs typeface="+mn-cs"/>
        </a:defRPr>
      </a:lvl2pPr>
      <a:lvl3pPr marL="536532" indent="-176198" algn="l" defTabSz="685745" rtl="0" eaLnBrk="1" latinLnBrk="0" hangingPunct="1">
        <a:lnSpc>
          <a:spcPct val="120000"/>
        </a:lnSpc>
        <a:spcBef>
          <a:spcPts val="374"/>
        </a:spcBef>
        <a:buClr>
          <a:schemeClr val="tx1"/>
        </a:buClr>
        <a:buFont typeface="Arial" panose="020B0604020202020204" pitchFamily="34" charset="0"/>
        <a:buChar char="•"/>
        <a:defRPr sz="1700" kern="1200">
          <a:solidFill>
            <a:schemeClr val="tx2"/>
          </a:solidFill>
          <a:latin typeface="+mn-lt"/>
          <a:ea typeface="+mn-ea"/>
          <a:cs typeface="+mn-cs"/>
        </a:defRPr>
      </a:lvl3pPr>
      <a:lvl4pPr marL="720667" indent="-184135" algn="l" defTabSz="685745" rtl="0" eaLnBrk="1" latinLnBrk="0" hangingPunct="1">
        <a:lnSpc>
          <a:spcPct val="120000"/>
        </a:lnSpc>
        <a:spcBef>
          <a:spcPts val="374"/>
        </a:spcBef>
        <a:buClr>
          <a:schemeClr val="tx1"/>
        </a:buClr>
        <a:buFont typeface="Arial" panose="020B0604020202020204" pitchFamily="34" charset="0"/>
        <a:buChar char="•"/>
        <a:defRPr sz="1700" kern="1200">
          <a:solidFill>
            <a:schemeClr val="tx2"/>
          </a:solidFill>
          <a:latin typeface="+mn-lt"/>
          <a:ea typeface="+mn-ea"/>
          <a:cs typeface="+mn-cs"/>
        </a:defRPr>
      </a:lvl4pPr>
      <a:lvl5pPr marL="896866" indent="-176198" algn="l" defTabSz="685745" rtl="0" eaLnBrk="1" latinLnBrk="0" hangingPunct="1">
        <a:lnSpc>
          <a:spcPct val="120000"/>
        </a:lnSpc>
        <a:spcBef>
          <a:spcPts val="374"/>
        </a:spcBef>
        <a:buClr>
          <a:schemeClr val="tx1"/>
        </a:buClr>
        <a:buFont typeface="Arial" panose="020B0604020202020204" pitchFamily="34" charset="0"/>
        <a:buChar char="•"/>
        <a:defRPr sz="1700" kern="1200">
          <a:solidFill>
            <a:schemeClr val="tx2"/>
          </a:solidFill>
          <a:latin typeface="+mn-lt"/>
          <a:ea typeface="+mn-ea"/>
          <a:cs typeface="+mn-cs"/>
        </a:defRPr>
      </a:lvl5pPr>
      <a:lvl6pPr marL="1885799" indent="-171436" algn="l" defTabSz="685745" rtl="0" eaLnBrk="1" latinLnBrk="0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672" indent="-171436" algn="l" defTabSz="685745" rtl="0" eaLnBrk="1" latinLnBrk="0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544" indent="-171436" algn="l" defTabSz="685745" rtl="0" eaLnBrk="1" latinLnBrk="0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417" indent="-171436" algn="l" defTabSz="685745" rtl="0" eaLnBrk="1" latinLnBrk="0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4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74" algn="l" defTabSz="68574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745" algn="l" defTabSz="68574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18" algn="l" defTabSz="68574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490" algn="l" defTabSz="68574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363" algn="l" defTabSz="68574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234" algn="l" defTabSz="68574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108" algn="l" defTabSz="68574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2982" algn="l" defTabSz="68574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643">
          <p15:clr>
            <a:srgbClr val="F26B43"/>
          </p15:clr>
        </p15:guide>
        <p15:guide id="2" pos="328">
          <p15:clr>
            <a:srgbClr val="F26B43"/>
          </p15:clr>
        </p15:guide>
        <p15:guide id="3" orient="horz" pos="3206">
          <p15:clr>
            <a:srgbClr val="F26B43"/>
          </p15:clr>
        </p15:guide>
        <p15:guide id="4" pos="6072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dplatzhalter 8">
            <a:extLst>
              <a:ext uri="{FF2B5EF4-FFF2-40B4-BE49-F238E27FC236}">
                <a16:creationId xmlns:a16="http://schemas.microsoft.com/office/drawing/2014/main" id="{D448ED79-F194-A1AC-280A-1B0EF6CAAE3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729997" y="182656"/>
            <a:ext cx="1219264" cy="69364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4422" y="327666"/>
            <a:ext cx="10943167" cy="33394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4422" y="1224916"/>
            <a:ext cx="10943167" cy="488251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089123" y="6589158"/>
            <a:ext cx="960477" cy="15388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1000" smtClean="0">
                <a:solidFill>
                  <a:schemeClr val="tx2"/>
                </a:solidFill>
              </a:defRPr>
            </a:lvl1pPr>
          </a:lstStyle>
          <a:p>
            <a:r>
              <a:rPr lang="de-DE"/>
              <a:t>10.09.2025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36278" y="6589158"/>
            <a:ext cx="331311" cy="15828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9E82CC3C-1DC0-4FDA-9590-6CC506AB67F8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8" name="Footer Placeholder 4"/>
          <p:cNvSpPr txBox="1">
            <a:spLocks/>
          </p:cNvSpPr>
          <p:nvPr userDrawn="1"/>
        </p:nvSpPr>
        <p:spPr>
          <a:xfrm>
            <a:off x="638641" y="6562854"/>
            <a:ext cx="7740113" cy="15388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marL="0" algn="l" defTabSz="855878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27939" algn="l" defTabSz="855878" rtl="0" eaLnBrk="1" latinLnBrk="0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5878" algn="l" defTabSz="855878" rtl="0" eaLnBrk="1" latinLnBrk="0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3818" algn="l" defTabSz="855878" rtl="0" eaLnBrk="1" latinLnBrk="0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11757" algn="l" defTabSz="855878" rtl="0" eaLnBrk="1" latinLnBrk="0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39696" algn="l" defTabSz="855878" rtl="0" eaLnBrk="1" latinLnBrk="0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67635" algn="l" defTabSz="855878" rtl="0" eaLnBrk="1" latinLnBrk="0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95574" algn="l" defTabSz="855878" rtl="0" eaLnBrk="1" latinLnBrk="0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3514" algn="l" defTabSz="855878" rtl="0" eaLnBrk="1" latinLnBrk="0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8558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chemeClr val="tx2"/>
                </a:solidFill>
              </a:rPr>
              <a:t>University</a:t>
            </a:r>
            <a:r>
              <a:rPr lang="en-US" sz="1000" baseline="0">
                <a:solidFill>
                  <a:schemeClr val="tx2"/>
                </a:solidFill>
              </a:rPr>
              <a:t> of </a:t>
            </a:r>
            <a:r>
              <a:rPr lang="en-US" sz="1000">
                <a:solidFill>
                  <a:schemeClr val="tx2"/>
                </a:solidFill>
              </a:rPr>
              <a:t>Stuttgart | Daniel Kleschew</a:t>
            </a:r>
          </a:p>
        </p:txBody>
      </p:sp>
      <p:cxnSp>
        <p:nvCxnSpPr>
          <p:cNvPr id="10" name="Gerade Verbindung 5"/>
          <p:cNvCxnSpPr/>
          <p:nvPr userDrawn="1"/>
        </p:nvCxnSpPr>
        <p:spPr>
          <a:xfrm>
            <a:off x="1" y="761100"/>
            <a:ext cx="10297169" cy="8392"/>
          </a:xfrm>
          <a:prstGeom prst="line">
            <a:avLst/>
          </a:prstGeom>
          <a:ln w="25400">
            <a:gradFill flip="none" rotWithShape="1">
              <a:gsLst>
                <a:gs pos="0">
                  <a:schemeClr val="accent2"/>
                </a:gs>
                <a:gs pos="39999">
                  <a:schemeClr val="accent2">
                    <a:lumMod val="60000"/>
                    <a:lumOff val="40000"/>
                  </a:schemeClr>
                </a:gs>
                <a:gs pos="70000">
                  <a:schemeClr val="accent2">
                    <a:lumMod val="40000"/>
                    <a:lumOff val="60000"/>
                  </a:schemeClr>
                </a:gs>
                <a:gs pos="100000">
                  <a:schemeClr val="bg1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1379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1" r:id="rId3"/>
    <p:sldLayoutId id="2147483752" r:id="rId4"/>
  </p:sldLayoutIdLst>
  <p:hf hdr="0" ftr="0"/>
  <p:txStyles>
    <p:titleStyle>
      <a:lvl1pPr algn="l" defTabSz="685745" rtl="0" eaLnBrk="1" latinLnBrk="0" hangingPunct="1">
        <a:lnSpc>
          <a:spcPct val="90000"/>
        </a:lnSpc>
        <a:spcBef>
          <a:spcPct val="0"/>
        </a:spcBef>
        <a:buNone/>
        <a:defRPr sz="22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71436" indent="-171436" algn="l" defTabSz="685745" rtl="0" eaLnBrk="1" latinLnBrk="0" hangingPunct="1">
        <a:lnSpc>
          <a:spcPct val="120000"/>
        </a:lnSpc>
        <a:spcBef>
          <a:spcPts val="750"/>
        </a:spcBef>
        <a:buClr>
          <a:schemeClr val="accent1"/>
        </a:buClr>
        <a:buFont typeface="Arial" panose="020B0604020202020204" pitchFamily="34" charset="0"/>
        <a:buChar char="•"/>
        <a:defRPr sz="1900" kern="1200">
          <a:solidFill>
            <a:schemeClr val="tx2"/>
          </a:solidFill>
          <a:latin typeface="+mn-lt"/>
          <a:ea typeface="+mn-ea"/>
          <a:cs typeface="+mn-cs"/>
        </a:defRPr>
      </a:lvl1pPr>
      <a:lvl2pPr marL="360334" indent="-184135" algn="l" defTabSz="685745" rtl="0" eaLnBrk="1" latinLnBrk="0" hangingPunct="1">
        <a:lnSpc>
          <a:spcPct val="120000"/>
        </a:lnSpc>
        <a:spcBef>
          <a:spcPts val="374"/>
        </a:spcBef>
        <a:buClr>
          <a:schemeClr val="tx1"/>
        </a:buClr>
        <a:buFont typeface="Arial" panose="020B0604020202020204" pitchFamily="34" charset="0"/>
        <a:buChar char="•"/>
        <a:defRPr sz="1900" kern="1200">
          <a:solidFill>
            <a:schemeClr val="tx2"/>
          </a:solidFill>
          <a:latin typeface="+mn-lt"/>
          <a:ea typeface="+mn-ea"/>
          <a:cs typeface="+mn-cs"/>
        </a:defRPr>
      </a:lvl2pPr>
      <a:lvl3pPr marL="536532" indent="-176198" algn="l" defTabSz="685745" rtl="0" eaLnBrk="1" latinLnBrk="0" hangingPunct="1">
        <a:lnSpc>
          <a:spcPct val="120000"/>
        </a:lnSpc>
        <a:spcBef>
          <a:spcPts val="374"/>
        </a:spcBef>
        <a:buClr>
          <a:schemeClr val="tx1"/>
        </a:buClr>
        <a:buFont typeface="Arial" panose="020B0604020202020204" pitchFamily="34" charset="0"/>
        <a:buChar char="•"/>
        <a:defRPr sz="1700" kern="1200">
          <a:solidFill>
            <a:schemeClr val="tx2"/>
          </a:solidFill>
          <a:latin typeface="+mn-lt"/>
          <a:ea typeface="+mn-ea"/>
          <a:cs typeface="+mn-cs"/>
        </a:defRPr>
      </a:lvl3pPr>
      <a:lvl4pPr marL="720667" indent="-184135" algn="l" defTabSz="685745" rtl="0" eaLnBrk="1" latinLnBrk="0" hangingPunct="1">
        <a:lnSpc>
          <a:spcPct val="120000"/>
        </a:lnSpc>
        <a:spcBef>
          <a:spcPts val="374"/>
        </a:spcBef>
        <a:buClr>
          <a:schemeClr val="tx1"/>
        </a:buClr>
        <a:buFont typeface="Arial" panose="020B0604020202020204" pitchFamily="34" charset="0"/>
        <a:buChar char="•"/>
        <a:defRPr sz="1700" kern="1200">
          <a:solidFill>
            <a:schemeClr val="tx2"/>
          </a:solidFill>
          <a:latin typeface="+mn-lt"/>
          <a:ea typeface="+mn-ea"/>
          <a:cs typeface="+mn-cs"/>
        </a:defRPr>
      </a:lvl4pPr>
      <a:lvl5pPr marL="896866" indent="-176198" algn="l" defTabSz="685745" rtl="0" eaLnBrk="1" latinLnBrk="0" hangingPunct="1">
        <a:lnSpc>
          <a:spcPct val="120000"/>
        </a:lnSpc>
        <a:spcBef>
          <a:spcPts val="374"/>
        </a:spcBef>
        <a:buClr>
          <a:schemeClr val="tx1"/>
        </a:buClr>
        <a:buFont typeface="Arial" panose="020B0604020202020204" pitchFamily="34" charset="0"/>
        <a:buChar char="•"/>
        <a:defRPr sz="1700" kern="1200">
          <a:solidFill>
            <a:schemeClr val="tx2"/>
          </a:solidFill>
          <a:latin typeface="+mn-lt"/>
          <a:ea typeface="+mn-ea"/>
          <a:cs typeface="+mn-cs"/>
        </a:defRPr>
      </a:lvl5pPr>
      <a:lvl6pPr marL="1885799" indent="-171436" algn="l" defTabSz="685745" rtl="0" eaLnBrk="1" latinLnBrk="0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672" indent="-171436" algn="l" defTabSz="685745" rtl="0" eaLnBrk="1" latinLnBrk="0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544" indent="-171436" algn="l" defTabSz="685745" rtl="0" eaLnBrk="1" latinLnBrk="0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417" indent="-171436" algn="l" defTabSz="685745" rtl="0" eaLnBrk="1" latinLnBrk="0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4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74" algn="l" defTabSz="68574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745" algn="l" defTabSz="68574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18" algn="l" defTabSz="68574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490" algn="l" defTabSz="68574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363" algn="l" defTabSz="68574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234" algn="l" defTabSz="68574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108" algn="l" defTabSz="68574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2982" algn="l" defTabSz="68574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643">
          <p15:clr>
            <a:srgbClr val="F26B43"/>
          </p15:clr>
        </p15:guide>
        <p15:guide id="2" pos="328">
          <p15:clr>
            <a:srgbClr val="F26B43"/>
          </p15:clr>
        </p15:guide>
        <p15:guide id="3" orient="horz" pos="3206">
          <p15:clr>
            <a:srgbClr val="F26B43"/>
          </p15:clr>
        </p15:guide>
        <p15:guide id="4" pos="6072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4422" y="327666"/>
            <a:ext cx="10943167" cy="33394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4422" y="1224916"/>
            <a:ext cx="10943167" cy="488251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089123" y="6589158"/>
            <a:ext cx="960477" cy="15388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1000" smtClean="0">
                <a:solidFill>
                  <a:schemeClr val="tx2"/>
                </a:solidFill>
              </a:defRPr>
            </a:lvl1pPr>
          </a:lstStyle>
          <a:p>
            <a:r>
              <a:rPr lang="de-DE"/>
              <a:t>10.09.2025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36278" y="6589158"/>
            <a:ext cx="331311" cy="15828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9E82CC3C-1DC0-4FDA-9590-6CC506AB67F8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8" name="Footer Placeholder 4"/>
          <p:cNvSpPr txBox="1">
            <a:spLocks/>
          </p:cNvSpPr>
          <p:nvPr userDrawn="1"/>
        </p:nvSpPr>
        <p:spPr>
          <a:xfrm>
            <a:off x="638641" y="6562854"/>
            <a:ext cx="7740113" cy="15388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marL="0" algn="l" defTabSz="855878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27939" algn="l" defTabSz="855878" rtl="0" eaLnBrk="1" latinLnBrk="0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5878" algn="l" defTabSz="855878" rtl="0" eaLnBrk="1" latinLnBrk="0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3818" algn="l" defTabSz="855878" rtl="0" eaLnBrk="1" latinLnBrk="0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11757" algn="l" defTabSz="855878" rtl="0" eaLnBrk="1" latinLnBrk="0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39696" algn="l" defTabSz="855878" rtl="0" eaLnBrk="1" latinLnBrk="0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67635" algn="l" defTabSz="855878" rtl="0" eaLnBrk="1" latinLnBrk="0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95574" algn="l" defTabSz="855878" rtl="0" eaLnBrk="1" latinLnBrk="0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3514" algn="l" defTabSz="855878" rtl="0" eaLnBrk="1" latinLnBrk="0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8558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chemeClr val="tx2"/>
                </a:solidFill>
              </a:rPr>
              <a:t>University</a:t>
            </a:r>
            <a:r>
              <a:rPr lang="en-US" sz="1000" baseline="0">
                <a:solidFill>
                  <a:schemeClr val="tx2"/>
                </a:solidFill>
              </a:rPr>
              <a:t> of </a:t>
            </a:r>
            <a:r>
              <a:rPr lang="en-US" sz="1000">
                <a:solidFill>
                  <a:schemeClr val="tx2"/>
                </a:solidFill>
              </a:rPr>
              <a:t>Stuttgart | Daniel Kleschew</a:t>
            </a:r>
          </a:p>
        </p:txBody>
      </p:sp>
      <p:cxnSp>
        <p:nvCxnSpPr>
          <p:cNvPr id="10" name="Gerade Verbindung 5"/>
          <p:cNvCxnSpPr/>
          <p:nvPr userDrawn="1"/>
        </p:nvCxnSpPr>
        <p:spPr>
          <a:xfrm>
            <a:off x="1" y="761100"/>
            <a:ext cx="10297169" cy="8392"/>
          </a:xfrm>
          <a:prstGeom prst="line">
            <a:avLst/>
          </a:prstGeom>
          <a:ln w="25400">
            <a:gradFill flip="none" rotWithShape="1">
              <a:gsLst>
                <a:gs pos="0">
                  <a:schemeClr val="accent2"/>
                </a:gs>
                <a:gs pos="39999">
                  <a:schemeClr val="accent2">
                    <a:lumMod val="60000"/>
                    <a:lumOff val="40000"/>
                  </a:schemeClr>
                </a:gs>
                <a:gs pos="70000">
                  <a:schemeClr val="accent2">
                    <a:lumMod val="40000"/>
                    <a:lumOff val="60000"/>
                  </a:schemeClr>
                </a:gs>
                <a:gs pos="100000">
                  <a:schemeClr val="bg1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Inhaltsplatzhalter 1"/>
          <p:cNvPicPr>
            <a:picLocks noChangeAspect="1"/>
          </p:cNvPicPr>
          <p:nvPr userDrawn="1"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93163" y="91469"/>
            <a:ext cx="1367289" cy="75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918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4" r:id="rId1"/>
    <p:sldLayoutId id="2147483755" r:id="rId2"/>
    <p:sldLayoutId id="2147483756" r:id="rId3"/>
    <p:sldLayoutId id="2147483757" r:id="rId4"/>
  </p:sldLayoutIdLst>
  <p:hf hdr="0" ftr="0"/>
  <p:txStyles>
    <p:titleStyle>
      <a:lvl1pPr algn="l" defTabSz="685745" rtl="0" eaLnBrk="1" latinLnBrk="0" hangingPunct="1">
        <a:lnSpc>
          <a:spcPct val="90000"/>
        </a:lnSpc>
        <a:spcBef>
          <a:spcPct val="0"/>
        </a:spcBef>
        <a:buNone/>
        <a:defRPr sz="22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71436" indent="-171436" algn="l" defTabSz="685745" rtl="0" eaLnBrk="1" latinLnBrk="0" hangingPunct="1">
        <a:lnSpc>
          <a:spcPct val="120000"/>
        </a:lnSpc>
        <a:spcBef>
          <a:spcPts val="750"/>
        </a:spcBef>
        <a:buClr>
          <a:schemeClr val="accent1"/>
        </a:buClr>
        <a:buFont typeface="Arial" panose="020B0604020202020204" pitchFamily="34" charset="0"/>
        <a:buChar char="•"/>
        <a:defRPr sz="1900" kern="1200">
          <a:solidFill>
            <a:schemeClr val="tx2"/>
          </a:solidFill>
          <a:latin typeface="+mn-lt"/>
          <a:ea typeface="+mn-ea"/>
          <a:cs typeface="+mn-cs"/>
        </a:defRPr>
      </a:lvl1pPr>
      <a:lvl2pPr marL="360334" indent="-184135" algn="l" defTabSz="685745" rtl="0" eaLnBrk="1" latinLnBrk="0" hangingPunct="1">
        <a:lnSpc>
          <a:spcPct val="120000"/>
        </a:lnSpc>
        <a:spcBef>
          <a:spcPts val="374"/>
        </a:spcBef>
        <a:buClr>
          <a:schemeClr val="tx1"/>
        </a:buClr>
        <a:buFont typeface="Arial" panose="020B0604020202020204" pitchFamily="34" charset="0"/>
        <a:buChar char="•"/>
        <a:defRPr sz="1900" kern="1200">
          <a:solidFill>
            <a:schemeClr val="tx2"/>
          </a:solidFill>
          <a:latin typeface="+mn-lt"/>
          <a:ea typeface="+mn-ea"/>
          <a:cs typeface="+mn-cs"/>
        </a:defRPr>
      </a:lvl2pPr>
      <a:lvl3pPr marL="536532" indent="-176198" algn="l" defTabSz="685745" rtl="0" eaLnBrk="1" latinLnBrk="0" hangingPunct="1">
        <a:lnSpc>
          <a:spcPct val="120000"/>
        </a:lnSpc>
        <a:spcBef>
          <a:spcPts val="374"/>
        </a:spcBef>
        <a:buClr>
          <a:schemeClr val="tx1"/>
        </a:buClr>
        <a:buFont typeface="Arial" panose="020B0604020202020204" pitchFamily="34" charset="0"/>
        <a:buChar char="•"/>
        <a:defRPr sz="1700" kern="1200">
          <a:solidFill>
            <a:schemeClr val="tx2"/>
          </a:solidFill>
          <a:latin typeface="+mn-lt"/>
          <a:ea typeface="+mn-ea"/>
          <a:cs typeface="+mn-cs"/>
        </a:defRPr>
      </a:lvl3pPr>
      <a:lvl4pPr marL="720667" indent="-184135" algn="l" defTabSz="685745" rtl="0" eaLnBrk="1" latinLnBrk="0" hangingPunct="1">
        <a:lnSpc>
          <a:spcPct val="120000"/>
        </a:lnSpc>
        <a:spcBef>
          <a:spcPts val="374"/>
        </a:spcBef>
        <a:buClr>
          <a:schemeClr val="tx1"/>
        </a:buClr>
        <a:buFont typeface="Arial" panose="020B0604020202020204" pitchFamily="34" charset="0"/>
        <a:buChar char="•"/>
        <a:defRPr sz="1700" kern="1200">
          <a:solidFill>
            <a:schemeClr val="tx2"/>
          </a:solidFill>
          <a:latin typeface="+mn-lt"/>
          <a:ea typeface="+mn-ea"/>
          <a:cs typeface="+mn-cs"/>
        </a:defRPr>
      </a:lvl4pPr>
      <a:lvl5pPr marL="896866" indent="-176198" algn="l" defTabSz="685745" rtl="0" eaLnBrk="1" latinLnBrk="0" hangingPunct="1">
        <a:lnSpc>
          <a:spcPct val="120000"/>
        </a:lnSpc>
        <a:spcBef>
          <a:spcPts val="374"/>
        </a:spcBef>
        <a:buClr>
          <a:schemeClr val="tx1"/>
        </a:buClr>
        <a:buFont typeface="Arial" panose="020B0604020202020204" pitchFamily="34" charset="0"/>
        <a:buChar char="•"/>
        <a:defRPr sz="1700" kern="1200">
          <a:solidFill>
            <a:schemeClr val="tx2"/>
          </a:solidFill>
          <a:latin typeface="+mn-lt"/>
          <a:ea typeface="+mn-ea"/>
          <a:cs typeface="+mn-cs"/>
        </a:defRPr>
      </a:lvl5pPr>
      <a:lvl6pPr marL="1885799" indent="-171436" algn="l" defTabSz="685745" rtl="0" eaLnBrk="1" latinLnBrk="0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672" indent="-171436" algn="l" defTabSz="685745" rtl="0" eaLnBrk="1" latinLnBrk="0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544" indent="-171436" algn="l" defTabSz="685745" rtl="0" eaLnBrk="1" latinLnBrk="0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417" indent="-171436" algn="l" defTabSz="685745" rtl="0" eaLnBrk="1" latinLnBrk="0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4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74" algn="l" defTabSz="68574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745" algn="l" defTabSz="68574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18" algn="l" defTabSz="68574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490" algn="l" defTabSz="68574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363" algn="l" defTabSz="68574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234" algn="l" defTabSz="68574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108" algn="l" defTabSz="68574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2982" algn="l" defTabSz="68574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643">
          <p15:clr>
            <a:srgbClr val="F26B43"/>
          </p15:clr>
        </p15:guide>
        <p15:guide id="2" pos="328">
          <p15:clr>
            <a:srgbClr val="F26B43"/>
          </p15:clr>
        </p15:guide>
        <p15:guide id="3" orient="horz" pos="3206">
          <p15:clr>
            <a:srgbClr val="F26B43"/>
          </p15:clr>
        </p15:guide>
        <p15:guide id="4" pos="607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5.pn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2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1.jpeg"/><Relationship Id="rId5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2.png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.svg"/><Relationship Id="rId5" Type="http://schemas.openxmlformats.org/officeDocument/2006/relationships/image" Target="../media/image15.emf"/><Relationship Id="rId4" Type="http://schemas.openxmlformats.org/officeDocument/2006/relationships/image" Target="../media/image1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8.emf"/><Relationship Id="rId4" Type="http://schemas.openxmlformats.org/officeDocument/2006/relationships/image" Target="../media/image8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96.png"/><Relationship Id="rId3" Type="http://schemas.openxmlformats.org/officeDocument/2006/relationships/image" Target="../media/image19.png"/><Relationship Id="rId7" Type="http://schemas.openxmlformats.org/officeDocument/2006/relationships/image" Target="../media/image14.svg"/><Relationship Id="rId12" Type="http://schemas.openxmlformats.org/officeDocument/2006/relationships/image" Target="../media/image9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sv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tif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rafik 37" descr="Ein Bild, das Stift, Schreibwaren, Design enthält.&#10;&#10;Automatisch generierte Beschreibung">
            <a:extLst>
              <a:ext uri="{FF2B5EF4-FFF2-40B4-BE49-F238E27FC236}">
                <a16:creationId xmlns:a16="http://schemas.microsoft.com/office/drawing/2014/main" id="{30CC48CC-D947-D6C1-6C06-768F7832B6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8073060">
            <a:off x="2474094" y="-1154046"/>
            <a:ext cx="5402970" cy="9322512"/>
          </a:xfrm>
          <a:prstGeom prst="rect">
            <a:avLst/>
          </a:prstGeom>
        </p:spPr>
      </p:pic>
      <p:cxnSp>
        <p:nvCxnSpPr>
          <p:cNvPr id="6" name="Gerade Verbindung 5">
            <a:extLst>
              <a:ext uri="{FF2B5EF4-FFF2-40B4-BE49-F238E27FC236}">
                <a16:creationId xmlns:a16="http://schemas.microsoft.com/office/drawing/2014/main" id="{19A374BE-148C-3AC4-96B6-ABF9F30F289B}"/>
              </a:ext>
            </a:extLst>
          </p:cNvPr>
          <p:cNvCxnSpPr/>
          <p:nvPr/>
        </p:nvCxnSpPr>
        <p:spPr>
          <a:xfrm>
            <a:off x="0" y="1073462"/>
            <a:ext cx="8056880" cy="0"/>
          </a:xfrm>
          <a:prstGeom prst="line">
            <a:avLst/>
          </a:prstGeom>
          <a:ln w="190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Gerade Verbindung 12">
            <a:extLst>
              <a:ext uri="{FF2B5EF4-FFF2-40B4-BE49-F238E27FC236}">
                <a16:creationId xmlns:a16="http://schemas.microsoft.com/office/drawing/2014/main" id="{8D679A87-1734-AD5D-3A41-071F3EB25DC8}"/>
              </a:ext>
            </a:extLst>
          </p:cNvPr>
          <p:cNvCxnSpPr>
            <a:cxnSpLocks/>
            <a:endCxn id="3" idx="3"/>
          </p:cNvCxnSpPr>
          <p:nvPr/>
        </p:nvCxnSpPr>
        <p:spPr>
          <a:xfrm>
            <a:off x="0" y="6107437"/>
            <a:ext cx="12192000" cy="0"/>
          </a:xfrm>
          <a:prstGeom prst="line">
            <a:avLst/>
          </a:prstGeom>
          <a:ln w="190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46" name="Bildplatzhalter 8">
            <a:extLst>
              <a:ext uri="{FF2B5EF4-FFF2-40B4-BE49-F238E27FC236}">
                <a16:creationId xmlns:a16="http://schemas.microsoft.com/office/drawing/2014/main" id="{3313CDD2-746A-0472-B63B-6932F8D6CF4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891922" y="6135781"/>
            <a:ext cx="1219264" cy="693644"/>
          </a:xfrm>
          <a:prstGeom prst="rect">
            <a:avLst/>
          </a:prstGeom>
        </p:spPr>
      </p:pic>
      <p:sp>
        <p:nvSpPr>
          <p:cNvPr id="3" name="Titel 2">
            <a:extLst>
              <a:ext uri="{FF2B5EF4-FFF2-40B4-BE49-F238E27FC236}">
                <a16:creationId xmlns:a16="http://schemas.microsoft.com/office/drawing/2014/main" id="{B53ED5FA-D7EB-5048-908F-8A276053A9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endParaRPr lang="en-US" noProof="0"/>
          </a:p>
        </p:txBody>
      </p:sp>
      <p:sp>
        <p:nvSpPr>
          <p:cNvPr id="4" name="Untertitel 3">
            <a:extLst>
              <a:ext uri="{FF2B5EF4-FFF2-40B4-BE49-F238E27FC236}">
                <a16:creationId xmlns:a16="http://schemas.microsoft.com/office/drawing/2014/main" id="{E195C444-9A71-9F47-A297-DEAB5E6FC9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58194" y="4960700"/>
            <a:ext cx="4277708" cy="1147792"/>
          </a:xfrm>
        </p:spPr>
        <p:txBody>
          <a:bodyPr/>
          <a:lstStyle/>
          <a:p>
            <a:r>
              <a:rPr lang="en-US" u="sng" noProof="0"/>
              <a:t>Daniel Kleschew</a:t>
            </a:r>
            <a:r>
              <a:rPr lang="en-US" noProof="0"/>
              <a:t>, Prof. Ulrich Nieken  </a:t>
            </a:r>
          </a:p>
          <a:p>
            <a:pPr algn="r"/>
            <a:endParaRPr lang="en-US" noProof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9E9559E-5887-C94B-99AC-C5EE7175FD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758194" y="1524928"/>
            <a:ext cx="4433806" cy="3434716"/>
          </a:xfrm>
        </p:spPr>
        <p:txBody>
          <a:bodyPr anchor="ctr"/>
          <a:lstStyle/>
          <a:p>
            <a:r>
              <a:rPr lang="en-US" sz="1400" b="0" noProof="0"/>
              <a:t>8-10 September 2025, Lisbon/Portugal </a:t>
            </a:r>
          </a:p>
          <a:p>
            <a:r>
              <a:rPr lang="en-US" sz="1800" b="0" noProof="0"/>
              <a:t>15th European Congress of Chemical Engineering (ECCE) </a:t>
            </a:r>
          </a:p>
          <a:p>
            <a:endParaRPr lang="en-US" sz="1800" b="0" noProof="0"/>
          </a:p>
          <a:p>
            <a:endParaRPr lang="en-US" sz="1800" noProof="0"/>
          </a:p>
          <a:p>
            <a:r>
              <a:rPr lang="en-US" sz="2400" noProof="0"/>
              <a:t>Electrically Heated Ceramic Composite Tubes for Dry Reforming of Methane</a:t>
            </a:r>
            <a:br>
              <a:rPr lang="en-US" sz="2000" noProof="0"/>
            </a:br>
            <a:endParaRPr lang="en-US" sz="2000" noProof="0"/>
          </a:p>
        </p:txBody>
      </p:sp>
      <p:grpSp>
        <p:nvGrpSpPr>
          <p:cNvPr id="868" name="Gruppieren 867">
            <a:extLst>
              <a:ext uri="{FF2B5EF4-FFF2-40B4-BE49-F238E27FC236}">
                <a16:creationId xmlns:a16="http://schemas.microsoft.com/office/drawing/2014/main" id="{E4CB18AF-6C95-2B53-3EAC-623296B91D91}"/>
              </a:ext>
            </a:extLst>
          </p:cNvPr>
          <p:cNvGrpSpPr/>
          <p:nvPr/>
        </p:nvGrpSpPr>
        <p:grpSpPr>
          <a:xfrm>
            <a:off x="727195" y="2514599"/>
            <a:ext cx="3666998" cy="3181635"/>
            <a:chOff x="892295" y="3161554"/>
            <a:chExt cx="2830938" cy="2496580"/>
          </a:xfrm>
        </p:grpSpPr>
        <p:grpSp>
          <p:nvGrpSpPr>
            <p:cNvPr id="849" name="Gruppieren 848">
              <a:extLst>
                <a:ext uri="{FF2B5EF4-FFF2-40B4-BE49-F238E27FC236}">
                  <a16:creationId xmlns:a16="http://schemas.microsoft.com/office/drawing/2014/main" id="{5AEBF8B5-17BD-6E56-949D-0877CC24BD00}"/>
                </a:ext>
              </a:extLst>
            </p:cNvPr>
            <p:cNvGrpSpPr/>
            <p:nvPr/>
          </p:nvGrpSpPr>
          <p:grpSpPr>
            <a:xfrm>
              <a:off x="892295" y="3161554"/>
              <a:ext cx="1393845" cy="2496580"/>
              <a:chOff x="24501027" y="19027998"/>
              <a:chExt cx="2535626" cy="4680520"/>
            </a:xfrm>
          </p:grpSpPr>
          <p:sp>
            <p:nvSpPr>
              <p:cNvPr id="850" name="Rechteck: abgerundete Ecken 849">
                <a:extLst>
                  <a:ext uri="{FF2B5EF4-FFF2-40B4-BE49-F238E27FC236}">
                    <a16:creationId xmlns:a16="http://schemas.microsoft.com/office/drawing/2014/main" id="{A4F70B61-7A00-33D7-2C82-1AAF62C0B0C4}"/>
                  </a:ext>
                </a:extLst>
              </p:cNvPr>
              <p:cNvSpPr/>
              <p:nvPr/>
            </p:nvSpPr>
            <p:spPr>
              <a:xfrm>
                <a:off x="24501027" y="19027998"/>
                <a:ext cx="2324324" cy="4248472"/>
              </a:xfrm>
              <a:prstGeom prst="roundRect">
                <a:avLst/>
              </a:prstGeom>
              <a:solidFill>
                <a:srgbClr val="E5E5E5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6600" noProof="0"/>
              </a:p>
            </p:txBody>
          </p:sp>
          <p:sp>
            <p:nvSpPr>
              <p:cNvPr id="851" name="Zylinder 850">
                <a:extLst>
                  <a:ext uri="{FF2B5EF4-FFF2-40B4-BE49-F238E27FC236}">
                    <a16:creationId xmlns:a16="http://schemas.microsoft.com/office/drawing/2014/main" id="{B5EB73C9-A70A-BEC4-2040-F5F094091620}"/>
                  </a:ext>
                </a:extLst>
              </p:cNvPr>
              <p:cNvSpPr/>
              <p:nvPr/>
            </p:nvSpPr>
            <p:spPr>
              <a:xfrm>
                <a:off x="25346235" y="19639233"/>
                <a:ext cx="578443" cy="3853262"/>
              </a:xfrm>
              <a:prstGeom prst="can">
                <a:avLst/>
              </a:prstGeom>
              <a:gradFill>
                <a:gsLst>
                  <a:gs pos="0">
                    <a:srgbClr val="FF0000">
                      <a:alpha val="50000"/>
                    </a:srgbClr>
                  </a:gs>
                  <a:gs pos="100000">
                    <a:schemeClr val="accent2"/>
                  </a:gs>
                </a:gsLst>
                <a:lin ang="5400000" scaled="1"/>
              </a:gradFill>
              <a:ln w="1905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85587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52" name="Rechteck 851">
                <a:extLst>
                  <a:ext uri="{FF2B5EF4-FFF2-40B4-BE49-F238E27FC236}">
                    <a16:creationId xmlns:a16="http://schemas.microsoft.com/office/drawing/2014/main" id="{B3E8C498-64E2-901C-1522-448D5EAF274B}"/>
                  </a:ext>
                </a:extLst>
              </p:cNvPr>
              <p:cNvSpPr/>
              <p:nvPr/>
            </p:nvSpPr>
            <p:spPr>
              <a:xfrm>
                <a:off x="25240584" y="19749453"/>
                <a:ext cx="105651" cy="1432850"/>
              </a:xfrm>
              <a:prstGeom prst="rect">
                <a:avLst/>
              </a:prstGeom>
              <a:solidFill>
                <a:srgbClr val="FFFF00"/>
              </a:solidFill>
              <a:ln w="1905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6600" noProof="0"/>
              </a:p>
            </p:txBody>
          </p:sp>
          <p:sp>
            <p:nvSpPr>
              <p:cNvPr id="853" name="Rechteck 852">
                <a:extLst>
                  <a:ext uri="{FF2B5EF4-FFF2-40B4-BE49-F238E27FC236}">
                    <a16:creationId xmlns:a16="http://schemas.microsoft.com/office/drawing/2014/main" id="{5E9E2A0D-8701-6550-279A-047889F71EA2}"/>
                  </a:ext>
                </a:extLst>
              </p:cNvPr>
              <p:cNvSpPr/>
              <p:nvPr/>
            </p:nvSpPr>
            <p:spPr>
              <a:xfrm>
                <a:off x="25922606" y="19749453"/>
                <a:ext cx="105651" cy="1432850"/>
              </a:xfrm>
              <a:prstGeom prst="rect">
                <a:avLst/>
              </a:prstGeom>
              <a:solidFill>
                <a:srgbClr val="FFFF00"/>
              </a:solidFill>
              <a:ln w="1905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6600" noProof="0"/>
              </a:p>
            </p:txBody>
          </p:sp>
          <p:pic>
            <p:nvPicPr>
              <p:cNvPr id="854" name="Grafik 853" descr="Blitz mit einfarbiger Füllung">
                <a:extLst>
                  <a:ext uri="{FF2B5EF4-FFF2-40B4-BE49-F238E27FC236}">
                    <a16:creationId xmlns:a16="http://schemas.microsoft.com/office/drawing/2014/main" id="{26B2036B-370F-4ABC-6043-C0C0D3EBC5E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25768840" y="19859672"/>
                <a:ext cx="1267813" cy="1322631"/>
              </a:xfrm>
              <a:prstGeom prst="rect">
                <a:avLst/>
              </a:prstGeom>
            </p:spPr>
          </p:pic>
          <p:grpSp>
            <p:nvGrpSpPr>
              <p:cNvPr id="855" name="Gruppieren 854">
                <a:extLst>
                  <a:ext uri="{FF2B5EF4-FFF2-40B4-BE49-F238E27FC236}">
                    <a16:creationId xmlns:a16="http://schemas.microsoft.com/office/drawing/2014/main" id="{9B93E213-0ED7-83AA-6AB7-C8782EB8E0E2}"/>
                  </a:ext>
                </a:extLst>
              </p:cNvPr>
              <p:cNvGrpSpPr/>
              <p:nvPr/>
            </p:nvGrpSpPr>
            <p:grpSpPr>
              <a:xfrm>
                <a:off x="24645043" y="19172015"/>
                <a:ext cx="1201492" cy="4536503"/>
                <a:chOff x="19964524" y="16075671"/>
                <a:chExt cx="1201492" cy="4536503"/>
              </a:xfrm>
              <a:gradFill>
                <a:gsLst>
                  <a:gs pos="0">
                    <a:srgbClr val="FF0000"/>
                  </a:gs>
                  <a:gs pos="100000">
                    <a:schemeClr val="accent2"/>
                  </a:gs>
                </a:gsLst>
                <a:lin ang="5400000" scaled="1"/>
              </a:gradFill>
            </p:grpSpPr>
            <p:sp>
              <p:nvSpPr>
                <p:cNvPr id="856" name="Pfeil: nach unten 855">
                  <a:extLst>
                    <a:ext uri="{FF2B5EF4-FFF2-40B4-BE49-F238E27FC236}">
                      <a16:creationId xmlns:a16="http://schemas.microsoft.com/office/drawing/2014/main" id="{B21C9550-2CEA-0D19-47E5-8BA138C12BCF}"/>
                    </a:ext>
                  </a:extLst>
                </p:cNvPr>
                <p:cNvSpPr/>
                <p:nvPr/>
              </p:nvSpPr>
              <p:spPr>
                <a:xfrm rot="4494486">
                  <a:off x="20519008" y="18541299"/>
                  <a:ext cx="162000" cy="1108800"/>
                </a:xfrm>
                <a:prstGeom prst="downArrow">
                  <a:avLst>
                    <a:gd name="adj1" fmla="val 100000"/>
                    <a:gd name="adj2" fmla="val 0"/>
                  </a:avLst>
                </a:prstGeom>
                <a:grpFill/>
                <a:ln w="19050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 noProof="0"/>
                </a:p>
              </p:txBody>
            </p:sp>
            <p:sp>
              <p:nvSpPr>
                <p:cNvPr id="857" name="Pfeil: nach unten 856">
                  <a:extLst>
                    <a:ext uri="{FF2B5EF4-FFF2-40B4-BE49-F238E27FC236}">
                      <a16:creationId xmlns:a16="http://schemas.microsoft.com/office/drawing/2014/main" id="{AAE0DFB4-EDF4-927C-CC51-DB4911DE0354}"/>
                    </a:ext>
                  </a:extLst>
                </p:cNvPr>
                <p:cNvSpPr/>
                <p:nvPr/>
              </p:nvSpPr>
              <p:spPr>
                <a:xfrm rot="4494486">
                  <a:off x="20546570" y="19019864"/>
                  <a:ext cx="162000" cy="1031457"/>
                </a:xfrm>
                <a:prstGeom prst="downArrow">
                  <a:avLst>
                    <a:gd name="adj1" fmla="val 100000"/>
                    <a:gd name="adj2" fmla="val 0"/>
                  </a:avLst>
                </a:prstGeom>
                <a:grpFill/>
                <a:ln w="19050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 noProof="0"/>
                </a:p>
              </p:txBody>
            </p:sp>
            <p:sp>
              <p:nvSpPr>
                <p:cNvPr id="858" name="Pfeil: nach unten 857">
                  <a:extLst>
                    <a:ext uri="{FF2B5EF4-FFF2-40B4-BE49-F238E27FC236}">
                      <a16:creationId xmlns:a16="http://schemas.microsoft.com/office/drawing/2014/main" id="{56CD4890-2D53-C660-BD30-9746167B9BF8}"/>
                    </a:ext>
                  </a:extLst>
                </p:cNvPr>
                <p:cNvSpPr/>
                <p:nvPr/>
              </p:nvSpPr>
              <p:spPr>
                <a:xfrm>
                  <a:off x="20797200" y="16723742"/>
                  <a:ext cx="288032" cy="3888432"/>
                </a:xfrm>
                <a:prstGeom prst="downArrow">
                  <a:avLst/>
                </a:prstGeom>
                <a:grpFill/>
                <a:ln w="19050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 noProof="0"/>
                </a:p>
              </p:txBody>
            </p:sp>
            <p:sp>
              <p:nvSpPr>
                <p:cNvPr id="859" name="Pfeil: 180-Grad 858">
                  <a:extLst>
                    <a:ext uri="{FF2B5EF4-FFF2-40B4-BE49-F238E27FC236}">
                      <a16:creationId xmlns:a16="http://schemas.microsoft.com/office/drawing/2014/main" id="{CCA2C4B8-AF50-29DA-E484-9D7247E0E6E5}"/>
                    </a:ext>
                  </a:extLst>
                </p:cNvPr>
                <p:cNvSpPr/>
                <p:nvPr/>
              </p:nvSpPr>
              <p:spPr>
                <a:xfrm>
                  <a:off x="20036531" y="16075671"/>
                  <a:ext cx="1084670" cy="2736304"/>
                </a:xfrm>
                <a:prstGeom prst="uturnArrow">
                  <a:avLst>
                    <a:gd name="adj1" fmla="val 14985"/>
                    <a:gd name="adj2" fmla="val 16462"/>
                    <a:gd name="adj3" fmla="val 16323"/>
                    <a:gd name="adj4" fmla="val 43750"/>
                    <a:gd name="adj5" fmla="val 27415"/>
                  </a:avLst>
                </a:prstGeom>
                <a:grpFill/>
                <a:ln w="19050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 noProof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60" name="Pfeil: nach unten 859">
                  <a:extLst>
                    <a:ext uri="{FF2B5EF4-FFF2-40B4-BE49-F238E27FC236}">
                      <a16:creationId xmlns:a16="http://schemas.microsoft.com/office/drawing/2014/main" id="{B650042B-23A8-7970-D3F2-9006DA00C93B}"/>
                    </a:ext>
                  </a:extLst>
                </p:cNvPr>
                <p:cNvSpPr/>
                <p:nvPr/>
              </p:nvSpPr>
              <p:spPr>
                <a:xfrm rot="10800000">
                  <a:off x="19964524" y="19587391"/>
                  <a:ext cx="309464" cy="880767"/>
                </a:xfrm>
                <a:prstGeom prst="downArrow">
                  <a:avLst/>
                </a:prstGeom>
                <a:grpFill/>
                <a:ln w="19050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 noProof="0"/>
                </a:p>
              </p:txBody>
            </p:sp>
            <p:sp>
              <p:nvSpPr>
                <p:cNvPr id="861" name="Pfeil: nach unten 860">
                  <a:extLst>
                    <a:ext uri="{FF2B5EF4-FFF2-40B4-BE49-F238E27FC236}">
                      <a16:creationId xmlns:a16="http://schemas.microsoft.com/office/drawing/2014/main" id="{4E2EE956-A8D5-3656-2094-2F732B69086F}"/>
                    </a:ext>
                  </a:extLst>
                </p:cNvPr>
                <p:cNvSpPr/>
                <p:nvPr/>
              </p:nvSpPr>
              <p:spPr>
                <a:xfrm rot="5855359">
                  <a:off x="20516699" y="18750983"/>
                  <a:ext cx="162000" cy="1132627"/>
                </a:xfrm>
                <a:prstGeom prst="downArrow">
                  <a:avLst>
                    <a:gd name="adj1" fmla="val 100000"/>
                    <a:gd name="adj2" fmla="val 0"/>
                  </a:avLst>
                </a:prstGeom>
                <a:grpFill/>
                <a:ln w="19050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 noProof="0"/>
                </a:p>
              </p:txBody>
            </p:sp>
            <p:sp>
              <p:nvSpPr>
                <p:cNvPr id="862" name="Pfeil: nach unten 861">
                  <a:extLst>
                    <a:ext uri="{FF2B5EF4-FFF2-40B4-BE49-F238E27FC236}">
                      <a16:creationId xmlns:a16="http://schemas.microsoft.com/office/drawing/2014/main" id="{B6FE5586-F7F8-497A-8CDB-E7CE2B5427F7}"/>
                    </a:ext>
                  </a:extLst>
                </p:cNvPr>
                <p:cNvSpPr/>
                <p:nvPr/>
              </p:nvSpPr>
              <p:spPr>
                <a:xfrm rot="5842183">
                  <a:off x="20444037" y="18317083"/>
                  <a:ext cx="309464" cy="1134495"/>
                </a:xfrm>
                <a:prstGeom prst="downArrow">
                  <a:avLst/>
                </a:prstGeom>
                <a:grpFill/>
                <a:ln w="19050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 noProof="0"/>
                </a:p>
              </p:txBody>
            </p:sp>
          </p:grpSp>
        </p:grpSp>
        <p:sp>
          <p:nvSpPr>
            <p:cNvPr id="863" name="Pfeil: gebogen 862">
              <a:extLst>
                <a:ext uri="{FF2B5EF4-FFF2-40B4-BE49-F238E27FC236}">
                  <a16:creationId xmlns:a16="http://schemas.microsoft.com/office/drawing/2014/main" id="{EA2AC481-7187-E7F2-3C13-A6D77F7D306E}"/>
                </a:ext>
              </a:extLst>
            </p:cNvPr>
            <p:cNvSpPr/>
            <p:nvPr/>
          </p:nvSpPr>
          <p:spPr>
            <a:xfrm rot="10800000" flipV="1">
              <a:off x="2139272" y="3684410"/>
              <a:ext cx="1073419" cy="512059"/>
            </a:xfrm>
            <a:prstGeom prst="bentArrow">
              <a:avLst>
                <a:gd name="adj1" fmla="val 44530"/>
                <a:gd name="adj2" fmla="val 40418"/>
                <a:gd name="adj3" fmla="val 45774"/>
                <a:gd name="adj4" fmla="val 74636"/>
              </a:avLst>
            </a:prstGeom>
            <a:gradFill>
              <a:gsLst>
                <a:gs pos="0">
                  <a:srgbClr val="BEE395"/>
                </a:gs>
                <a:gs pos="100000">
                  <a:srgbClr val="FFFF00"/>
                </a:gs>
              </a:gsLst>
              <a:lin ang="0" scaled="1"/>
            </a:gra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8558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E444C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864" name="Gruppieren 863">
              <a:extLst>
                <a:ext uri="{FF2B5EF4-FFF2-40B4-BE49-F238E27FC236}">
                  <a16:creationId xmlns:a16="http://schemas.microsoft.com/office/drawing/2014/main" id="{17AFB366-0391-213E-A748-18E67BA212C6}"/>
                </a:ext>
              </a:extLst>
            </p:cNvPr>
            <p:cNvGrpSpPr/>
            <p:nvPr/>
          </p:nvGrpSpPr>
          <p:grpSpPr>
            <a:xfrm>
              <a:off x="2445544" y="4193095"/>
              <a:ext cx="1277689" cy="1293398"/>
              <a:chOff x="8011194" y="14119788"/>
              <a:chExt cx="1584176" cy="1584176"/>
            </a:xfrm>
          </p:grpSpPr>
          <p:pic>
            <p:nvPicPr>
              <p:cNvPr id="865" name="Grafik 864" descr="Windkraftanlagen mit einfarbiger Füllung">
                <a:extLst>
                  <a:ext uri="{FF2B5EF4-FFF2-40B4-BE49-F238E27FC236}">
                    <a16:creationId xmlns:a16="http://schemas.microsoft.com/office/drawing/2014/main" id="{07B0E7DF-3DF6-261E-F4B1-889BFF8948E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8083203" y="14419486"/>
                <a:ext cx="720080" cy="720080"/>
              </a:xfrm>
              <a:prstGeom prst="rect">
                <a:avLst/>
              </a:prstGeom>
            </p:spPr>
          </p:pic>
          <p:pic>
            <p:nvPicPr>
              <p:cNvPr id="866" name="Grafik 865" descr="Solarmodule mit einfarbiger Füllung">
                <a:extLst>
                  <a:ext uri="{FF2B5EF4-FFF2-40B4-BE49-F238E27FC236}">
                    <a16:creationId xmlns:a16="http://schemas.microsoft.com/office/drawing/2014/main" id="{CF461B86-6192-297D-49FE-91B78CA51D0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8731275" y="14779526"/>
                <a:ext cx="720080" cy="720080"/>
              </a:xfrm>
              <a:prstGeom prst="rect">
                <a:avLst/>
              </a:prstGeom>
            </p:spPr>
          </p:pic>
          <p:sp>
            <p:nvSpPr>
              <p:cNvPr id="867" name="Ellipse 866">
                <a:extLst>
                  <a:ext uri="{FF2B5EF4-FFF2-40B4-BE49-F238E27FC236}">
                    <a16:creationId xmlns:a16="http://schemas.microsoft.com/office/drawing/2014/main" id="{2FB9B928-30FD-BCFE-A7BC-4F61601CD0DA}"/>
                  </a:ext>
                </a:extLst>
              </p:cNvPr>
              <p:cNvSpPr/>
              <p:nvPr/>
            </p:nvSpPr>
            <p:spPr>
              <a:xfrm>
                <a:off x="8011194" y="14119788"/>
                <a:ext cx="1584176" cy="1584176"/>
              </a:xfrm>
              <a:prstGeom prst="ellipse">
                <a:avLst/>
              </a:prstGeom>
              <a:solidFill>
                <a:srgbClr val="87CB3D">
                  <a:alpha val="20000"/>
                </a:srgbClr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6600" noProof="0"/>
              </a:p>
            </p:txBody>
          </p:sp>
        </p:grpSp>
      </p:grpSp>
      <p:pic>
        <p:nvPicPr>
          <p:cNvPr id="8" name="Grafik 7" descr="Ein Bild, das Text, Schrift, Logo, Grafiken enthält.&#10;&#10;KI-generierte Inhalte können fehlerhaft sein.">
            <a:extLst>
              <a:ext uri="{FF2B5EF4-FFF2-40B4-BE49-F238E27FC236}">
                <a16:creationId xmlns:a16="http://schemas.microsoft.com/office/drawing/2014/main" id="{CEEF8962-C844-455D-A5C5-324BF578615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7202" y="6125097"/>
            <a:ext cx="2035025" cy="707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651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4155"/>
    </mc:Choice>
    <mc:Fallback xmlns="">
      <p:transition spd="slow" advTm="24155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FDDD0A-B330-166B-90F9-DF435F429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FEEB48C7-9F59-D0BB-5D92-23C0C31337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89123" y="6589158"/>
            <a:ext cx="960477" cy="153888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r>
              <a:rPr lang="de-DE"/>
              <a:t>10.09.2025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5D944E6-0BCE-B24D-CA9E-EAED634AE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22" y="327666"/>
            <a:ext cx="10943167" cy="333948"/>
          </a:xfrm>
        </p:spPr>
        <p:txBody>
          <a:bodyPr anchor="t">
            <a:normAutofit/>
          </a:bodyPr>
          <a:lstStyle/>
          <a:p>
            <a:r>
              <a:rPr lang="de-DE" err="1"/>
              <a:t>Electrification</a:t>
            </a:r>
            <a:r>
              <a:rPr lang="de-DE"/>
              <a:t> </a:t>
            </a:r>
            <a:r>
              <a:rPr lang="de-DE" err="1"/>
              <a:t>of</a:t>
            </a:r>
            <a:r>
              <a:rPr lang="de-DE"/>
              <a:t> Chemical </a:t>
            </a:r>
            <a:r>
              <a:rPr lang="de-DE" err="1"/>
              <a:t>Processes</a:t>
            </a:r>
            <a:endParaRPr lang="de-DE"/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A2AD2608-1FDE-14C1-11E0-92954FACB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5</a:t>
            </a:r>
          </a:p>
        </p:txBody>
      </p:sp>
      <p:grpSp>
        <p:nvGrpSpPr>
          <p:cNvPr id="55" name="Gruppieren 54">
            <a:extLst>
              <a:ext uri="{FF2B5EF4-FFF2-40B4-BE49-F238E27FC236}">
                <a16:creationId xmlns:a16="http://schemas.microsoft.com/office/drawing/2014/main" id="{D5C24254-F8F8-F241-AA2C-B16476328102}"/>
              </a:ext>
            </a:extLst>
          </p:cNvPr>
          <p:cNvGrpSpPr/>
          <p:nvPr/>
        </p:nvGrpSpPr>
        <p:grpSpPr>
          <a:xfrm>
            <a:off x="6260047" y="1642518"/>
            <a:ext cx="3996317" cy="1701213"/>
            <a:chOff x="8007149" y="1832314"/>
            <a:chExt cx="3996317" cy="1701213"/>
          </a:xfrm>
        </p:grpSpPr>
        <p:pic>
          <p:nvPicPr>
            <p:cNvPr id="8" name="Inhaltsplatzhalter 12" descr="Ein Bild, das Text enthält.&#10;&#10;Automatisch generierte Beschreibung">
              <a:extLst>
                <a:ext uri="{FF2B5EF4-FFF2-40B4-BE49-F238E27FC236}">
                  <a16:creationId xmlns:a16="http://schemas.microsoft.com/office/drawing/2014/main" id="{55549B30-B8F4-85A1-CB07-92B260D268C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hqprint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0"/>
                      </a14:imgEffect>
                      <a14:imgEffect>
                        <a14:brightnessContrast bright="40000" contrast="-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9479382" y="2518166"/>
              <a:ext cx="2524084" cy="1015361"/>
            </a:xfrm>
            <a:prstGeom prst="rect">
              <a:avLst/>
            </a:prstGeom>
            <a:ln w="28575">
              <a:solidFill>
                <a:schemeClr val="accent2"/>
              </a:solidFill>
            </a:ln>
          </p:spPr>
        </p:pic>
        <p:grpSp>
          <p:nvGrpSpPr>
            <p:cNvPr id="9" name="Gruppieren 8">
              <a:extLst>
                <a:ext uri="{FF2B5EF4-FFF2-40B4-BE49-F238E27FC236}">
                  <a16:creationId xmlns:a16="http://schemas.microsoft.com/office/drawing/2014/main" id="{54291B4C-E658-768C-4D52-959E7261AAB2}"/>
                </a:ext>
              </a:extLst>
            </p:cNvPr>
            <p:cNvGrpSpPr/>
            <p:nvPr/>
          </p:nvGrpSpPr>
          <p:grpSpPr>
            <a:xfrm>
              <a:off x="8007149" y="1832314"/>
              <a:ext cx="2404997" cy="889348"/>
              <a:chOff x="9384084" y="1342373"/>
              <a:chExt cx="2404997" cy="889348"/>
            </a:xfrm>
          </p:grpSpPr>
          <p:sp>
            <p:nvSpPr>
              <p:cNvPr id="11" name="Rechteck: abgerundete Ecken 10">
                <a:extLst>
                  <a:ext uri="{FF2B5EF4-FFF2-40B4-BE49-F238E27FC236}">
                    <a16:creationId xmlns:a16="http://schemas.microsoft.com/office/drawing/2014/main" id="{FA456D7B-4353-DF38-73AD-A5051612E66C}"/>
                  </a:ext>
                </a:extLst>
              </p:cNvPr>
              <p:cNvSpPr/>
              <p:nvPr/>
            </p:nvSpPr>
            <p:spPr>
              <a:xfrm>
                <a:off x="9384084" y="1342373"/>
                <a:ext cx="2404997" cy="889348"/>
              </a:xfrm>
              <a:prstGeom prst="roundRect">
                <a:avLst/>
              </a:prstGeom>
              <a:solidFill>
                <a:schemeClr val="bg1"/>
              </a:solidFill>
              <a:ln w="285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1600"/>
              </a:p>
            </p:txBody>
          </p:sp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6CCD0AA1-CBD3-F93B-E711-D4B61F208B03}"/>
                  </a:ext>
                </a:extLst>
              </p:cNvPr>
              <p:cNvSpPr txBox="1"/>
              <p:nvPr/>
            </p:nvSpPr>
            <p:spPr>
              <a:xfrm>
                <a:off x="9526377" y="1392372"/>
                <a:ext cx="2103329" cy="78168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>
                  <a:lnSpc>
                    <a:spcPct val="120000"/>
                  </a:lnSpc>
                  <a:spcBef>
                    <a:spcPts val="625"/>
                  </a:spcBef>
                  <a:buClr>
                    <a:schemeClr val="accent1"/>
                  </a:buClr>
                </a:pPr>
                <a:r>
                  <a:rPr lang="de-DE" sz="2000">
                    <a:solidFill>
                      <a:schemeClr val="tx2"/>
                    </a:solidFill>
                  </a:rPr>
                  <a:t>Joule </a:t>
                </a:r>
                <a:r>
                  <a:rPr lang="de-DE" sz="2000" err="1">
                    <a:solidFill>
                      <a:schemeClr val="tx2"/>
                    </a:solidFill>
                  </a:rPr>
                  <a:t>Heating</a:t>
                </a:r>
                <a:endParaRPr lang="de-DE" sz="2000">
                  <a:solidFill>
                    <a:schemeClr val="tx2"/>
                  </a:solidFill>
                </a:endParaRPr>
              </a:p>
              <a:p>
                <a:pPr algn="ctr">
                  <a:lnSpc>
                    <a:spcPct val="120000"/>
                  </a:lnSpc>
                  <a:spcBef>
                    <a:spcPts val="625"/>
                  </a:spcBef>
                  <a:buClr>
                    <a:schemeClr val="accent1"/>
                  </a:buClr>
                </a:pPr>
                <a:r>
                  <a:rPr lang="de-DE" sz="2000" err="1">
                    <a:solidFill>
                      <a:schemeClr val="tx2"/>
                    </a:solidFill>
                  </a:rPr>
                  <a:t>Heating</a:t>
                </a:r>
                <a:r>
                  <a:rPr lang="de-DE" sz="2000">
                    <a:solidFill>
                      <a:schemeClr val="tx2"/>
                    </a:solidFill>
                  </a:rPr>
                  <a:t> - </a:t>
                </a:r>
                <a:r>
                  <a:rPr lang="de-DE" sz="2000" err="1">
                    <a:solidFill>
                      <a:schemeClr val="tx2"/>
                    </a:solidFill>
                  </a:rPr>
                  <a:t>Meander</a:t>
                </a:r>
                <a:endParaRPr lang="de-DE" sz="2000">
                  <a:solidFill>
                    <a:schemeClr val="tx2"/>
                  </a:solidFill>
                </a:endParaRPr>
              </a:p>
            </p:txBody>
          </p:sp>
        </p:grpSp>
      </p:grpSp>
      <p:pic>
        <p:nvPicPr>
          <p:cNvPr id="4" name="Grafik 3" descr="Ein Bild, das Stift, Schreibwaren, Design enthält.&#10;&#10;Automatisch generierte Beschreibung">
            <a:extLst>
              <a:ext uri="{FF2B5EF4-FFF2-40B4-BE49-F238E27FC236}">
                <a16:creationId xmlns:a16="http://schemas.microsoft.com/office/drawing/2014/main" id="{CCC8AB4A-9B77-0EBB-5467-68AAC08459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8073060">
            <a:off x="3266513" y="-399556"/>
            <a:ext cx="5004279" cy="8634594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81378F92-1E94-F3CE-35E2-BC66342028A3}"/>
              </a:ext>
            </a:extLst>
          </p:cNvPr>
          <p:cNvSpPr txBox="1"/>
          <p:nvPr/>
        </p:nvSpPr>
        <p:spPr>
          <a:xfrm>
            <a:off x="663366" y="981224"/>
            <a:ext cx="4863704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de-DE" sz="2000" b="1" u="sng" err="1">
                <a:solidFill>
                  <a:schemeClr val="tx2"/>
                </a:solidFill>
              </a:rPr>
              <a:t>Multilayer</a:t>
            </a:r>
            <a:r>
              <a:rPr lang="de-DE" sz="2000" b="1" u="sng">
                <a:solidFill>
                  <a:schemeClr val="tx2"/>
                </a:solidFill>
              </a:rPr>
              <a:t> </a:t>
            </a:r>
            <a:r>
              <a:rPr lang="de-DE" sz="2000" b="1" u="sng" err="1">
                <a:solidFill>
                  <a:schemeClr val="tx2"/>
                </a:solidFill>
              </a:rPr>
              <a:t>Ceramic</a:t>
            </a:r>
            <a:r>
              <a:rPr lang="de-DE" sz="2000" b="1" u="sng">
                <a:solidFill>
                  <a:schemeClr val="tx2"/>
                </a:solidFill>
              </a:rPr>
              <a:t> Composite </a:t>
            </a:r>
            <a:r>
              <a:rPr lang="de-DE" sz="2000" b="1" u="sng" err="1">
                <a:solidFill>
                  <a:schemeClr val="tx2"/>
                </a:solidFill>
              </a:rPr>
              <a:t>Tubes</a:t>
            </a:r>
            <a:r>
              <a:rPr lang="de-DE" sz="2000" b="1" u="sng">
                <a:solidFill>
                  <a:schemeClr val="tx2"/>
                </a:solidFill>
              </a:rPr>
              <a:t> </a:t>
            </a:r>
            <a:r>
              <a:rPr lang="en-US" sz="2000" b="1">
                <a:solidFill>
                  <a:schemeClr val="tx2"/>
                </a:solidFill>
              </a:rPr>
              <a:t>[1]</a:t>
            </a:r>
            <a:endParaRPr lang="de-DE" sz="2000" b="1" u="sng">
              <a:solidFill>
                <a:schemeClr val="tx2"/>
              </a:solidFill>
            </a:endParaRPr>
          </a:p>
        </p:txBody>
      </p:sp>
      <p:grpSp>
        <p:nvGrpSpPr>
          <p:cNvPr id="48" name="Gruppieren 47">
            <a:extLst>
              <a:ext uri="{FF2B5EF4-FFF2-40B4-BE49-F238E27FC236}">
                <a16:creationId xmlns:a16="http://schemas.microsoft.com/office/drawing/2014/main" id="{3F39C224-7ED2-0870-E392-99072BE15907}"/>
              </a:ext>
            </a:extLst>
          </p:cNvPr>
          <p:cNvGrpSpPr/>
          <p:nvPr/>
        </p:nvGrpSpPr>
        <p:grpSpPr>
          <a:xfrm>
            <a:off x="1203157" y="3429000"/>
            <a:ext cx="3145872" cy="2059494"/>
            <a:chOff x="4519984" y="2762682"/>
            <a:chExt cx="3145872" cy="2059494"/>
          </a:xfrm>
        </p:grpSpPr>
        <p:grpSp>
          <p:nvGrpSpPr>
            <p:cNvPr id="56" name="Gruppieren 55">
              <a:extLst>
                <a:ext uri="{FF2B5EF4-FFF2-40B4-BE49-F238E27FC236}">
                  <a16:creationId xmlns:a16="http://schemas.microsoft.com/office/drawing/2014/main" id="{A595AFD6-E421-1711-758F-F6380059F516}"/>
                </a:ext>
              </a:extLst>
            </p:cNvPr>
            <p:cNvGrpSpPr/>
            <p:nvPr/>
          </p:nvGrpSpPr>
          <p:grpSpPr>
            <a:xfrm>
              <a:off x="4519984" y="2762682"/>
              <a:ext cx="3145872" cy="2059494"/>
              <a:chOff x="4519984" y="2762682"/>
              <a:chExt cx="3145872" cy="2059494"/>
            </a:xfrm>
          </p:grpSpPr>
          <p:pic>
            <p:nvPicPr>
              <p:cNvPr id="17" name="Grafik 16" descr="Ein Bild, das Keramik enthält.&#10;&#10;KI-generierte Inhalte können fehlerhaft sein.">
                <a:extLst>
                  <a:ext uri="{FF2B5EF4-FFF2-40B4-BE49-F238E27FC236}">
                    <a16:creationId xmlns:a16="http://schemas.microsoft.com/office/drawing/2014/main" id="{1DB0AFBD-8AEE-E1AC-65CC-6C3DE2CEB93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rcRect l="26969" t="30560" r="30990" b="30929"/>
              <a:stretch>
                <a:fillRect/>
              </a:stretch>
            </p:blipFill>
            <p:spPr>
              <a:xfrm>
                <a:off x="4519984" y="2762682"/>
                <a:ext cx="1557418" cy="1426704"/>
              </a:xfrm>
              <a:prstGeom prst="rect">
                <a:avLst/>
              </a:prstGeom>
              <a:ln w="28575">
                <a:solidFill>
                  <a:schemeClr val="accent2"/>
                </a:solidFill>
              </a:ln>
            </p:spPr>
          </p:pic>
          <p:grpSp>
            <p:nvGrpSpPr>
              <p:cNvPr id="12" name="Gruppieren 11">
                <a:extLst>
                  <a:ext uri="{FF2B5EF4-FFF2-40B4-BE49-F238E27FC236}">
                    <a16:creationId xmlns:a16="http://schemas.microsoft.com/office/drawing/2014/main" id="{75AFF4F7-320F-C694-A1B0-738C1EDD1509}"/>
                  </a:ext>
                </a:extLst>
              </p:cNvPr>
              <p:cNvGrpSpPr/>
              <p:nvPr/>
            </p:nvGrpSpPr>
            <p:grpSpPr>
              <a:xfrm>
                <a:off x="5260859" y="3932828"/>
                <a:ext cx="2404997" cy="889348"/>
                <a:chOff x="9635648" y="2605414"/>
                <a:chExt cx="2404997" cy="889348"/>
              </a:xfrm>
            </p:grpSpPr>
            <p:sp>
              <p:nvSpPr>
                <p:cNvPr id="14" name="Rechteck: abgerundete Ecken 13">
                  <a:extLst>
                    <a:ext uri="{FF2B5EF4-FFF2-40B4-BE49-F238E27FC236}">
                      <a16:creationId xmlns:a16="http://schemas.microsoft.com/office/drawing/2014/main" id="{4EBFCDD6-AC37-0B19-6CC1-7E908C4FD481}"/>
                    </a:ext>
                  </a:extLst>
                </p:cNvPr>
                <p:cNvSpPr/>
                <p:nvPr/>
              </p:nvSpPr>
              <p:spPr>
                <a:xfrm>
                  <a:off x="9635648" y="2605414"/>
                  <a:ext cx="2404997" cy="889348"/>
                </a:xfrm>
                <a:prstGeom prst="roundRect">
                  <a:avLst/>
                </a:prstGeom>
                <a:solidFill>
                  <a:schemeClr val="bg1"/>
                </a:solidFill>
                <a:ln w="28575">
                  <a:solidFill>
                    <a:schemeClr val="accent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 sz="1600"/>
                </a:p>
              </p:txBody>
            </p:sp>
            <p:sp>
              <p:nvSpPr>
                <p:cNvPr id="13" name="Textfeld 12">
                  <a:extLst>
                    <a:ext uri="{FF2B5EF4-FFF2-40B4-BE49-F238E27FC236}">
                      <a16:creationId xmlns:a16="http://schemas.microsoft.com/office/drawing/2014/main" id="{8D5392AD-5128-77F1-7254-23D4C10B16B2}"/>
                    </a:ext>
                  </a:extLst>
                </p:cNvPr>
                <p:cNvSpPr txBox="1"/>
                <p:nvPr/>
              </p:nvSpPr>
              <p:spPr>
                <a:xfrm>
                  <a:off x="9776565" y="2687358"/>
                  <a:ext cx="2103329" cy="70474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>
                    <a:lnSpc>
                      <a:spcPct val="120000"/>
                    </a:lnSpc>
                    <a:spcBef>
                      <a:spcPts val="625"/>
                    </a:spcBef>
                    <a:buClr>
                      <a:schemeClr val="accent1"/>
                    </a:buClr>
                  </a:pPr>
                  <a:r>
                    <a:rPr lang="de-DE" sz="2000" u="sng">
                      <a:solidFill>
                        <a:schemeClr val="tx2"/>
                      </a:solidFill>
                    </a:rPr>
                    <a:t>Oxid </a:t>
                  </a:r>
                  <a:r>
                    <a:rPr lang="de-DE" sz="2000" u="sng" err="1">
                      <a:solidFill>
                        <a:schemeClr val="tx2"/>
                      </a:solidFill>
                    </a:rPr>
                    <a:t>Ceramic</a:t>
                  </a:r>
                  <a:r>
                    <a:rPr lang="de-DE" sz="2000" u="sng">
                      <a:solidFill>
                        <a:schemeClr val="tx2"/>
                      </a:solidFill>
                    </a:rPr>
                    <a:t> Matrix Composites</a:t>
                  </a:r>
                </a:p>
              </p:txBody>
            </p:sp>
          </p:grpSp>
        </p:grpSp>
        <p:pic>
          <p:nvPicPr>
            <p:cNvPr id="16" name="Grafik 15" descr="Ein Bild, das Text enthält.&#10;&#10;Automatisch generierte Beschreibung">
              <a:extLst>
                <a:ext uri="{FF2B5EF4-FFF2-40B4-BE49-F238E27FC236}">
                  <a16:creationId xmlns:a16="http://schemas.microsoft.com/office/drawing/2014/main" id="{C3368C3A-3B9A-C8EE-2CD4-077C53EA4C1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168957" y="3485290"/>
              <a:ext cx="1408194" cy="369778"/>
            </a:xfrm>
            <a:prstGeom prst="rect">
              <a:avLst/>
            </a:prstGeom>
          </p:spPr>
        </p:pic>
      </p:grpSp>
      <p:sp>
        <p:nvSpPr>
          <p:cNvPr id="49" name="Textfeld 48">
            <a:extLst>
              <a:ext uri="{FF2B5EF4-FFF2-40B4-BE49-F238E27FC236}">
                <a16:creationId xmlns:a16="http://schemas.microsoft.com/office/drawing/2014/main" id="{0893360F-8822-2979-8A86-21FEEA8A517F}"/>
              </a:ext>
            </a:extLst>
          </p:cNvPr>
          <p:cNvSpPr txBox="1"/>
          <p:nvPr/>
        </p:nvSpPr>
        <p:spPr>
          <a:xfrm>
            <a:off x="1108304" y="6025850"/>
            <a:ext cx="4716693" cy="28187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>
              <a:lnSpc>
                <a:spcPct val="120000"/>
              </a:lnSpc>
              <a:buClr>
                <a:schemeClr val="accent1"/>
              </a:buClr>
            </a:pPr>
            <a:r>
              <a:rPr lang="en-US" sz="800" noProof="0">
                <a:solidFill>
                  <a:schemeClr val="tx2"/>
                </a:solidFill>
              </a:rPr>
              <a:t>[1] </a:t>
            </a:r>
            <a:r>
              <a:rPr lang="de-DE" sz="800">
                <a:solidFill>
                  <a:schemeClr val="tx2"/>
                </a:solidFill>
              </a:rPr>
              <a:t>Kolios, Grigorios, et al. (BASF SE) "Gas-</a:t>
            </a:r>
            <a:r>
              <a:rPr lang="de-DE" sz="800" err="1">
                <a:solidFill>
                  <a:schemeClr val="tx2"/>
                </a:solidFill>
              </a:rPr>
              <a:t>tight</a:t>
            </a:r>
            <a:r>
              <a:rPr lang="de-DE" sz="800">
                <a:solidFill>
                  <a:schemeClr val="tx2"/>
                </a:solidFill>
              </a:rPr>
              <a:t>, </a:t>
            </a:r>
            <a:r>
              <a:rPr lang="de-DE" sz="800" err="1">
                <a:solidFill>
                  <a:schemeClr val="tx2"/>
                </a:solidFill>
              </a:rPr>
              <a:t>heat</a:t>
            </a:r>
            <a:r>
              <a:rPr lang="de-DE" sz="800">
                <a:solidFill>
                  <a:schemeClr val="tx2"/>
                </a:solidFill>
              </a:rPr>
              <a:t>-permeable </a:t>
            </a:r>
            <a:r>
              <a:rPr lang="de-DE" sz="800" err="1">
                <a:solidFill>
                  <a:schemeClr val="tx2"/>
                </a:solidFill>
              </a:rPr>
              <a:t>multilayer</a:t>
            </a:r>
            <a:r>
              <a:rPr lang="de-DE" sz="800">
                <a:solidFill>
                  <a:schemeClr val="tx2"/>
                </a:solidFill>
              </a:rPr>
              <a:t> </a:t>
            </a:r>
            <a:r>
              <a:rPr lang="de-DE" sz="800" err="1">
                <a:solidFill>
                  <a:schemeClr val="tx2"/>
                </a:solidFill>
              </a:rPr>
              <a:t>ceramic</a:t>
            </a:r>
            <a:r>
              <a:rPr lang="de-DE" sz="800">
                <a:solidFill>
                  <a:schemeClr val="tx2"/>
                </a:solidFill>
              </a:rPr>
              <a:t> </a:t>
            </a:r>
            <a:r>
              <a:rPr lang="de-DE" sz="800" err="1">
                <a:solidFill>
                  <a:schemeClr val="tx2"/>
                </a:solidFill>
              </a:rPr>
              <a:t>composite</a:t>
            </a:r>
            <a:r>
              <a:rPr lang="de-DE" sz="800">
                <a:solidFill>
                  <a:schemeClr val="tx2"/>
                </a:solidFill>
              </a:rPr>
              <a:t> </a:t>
            </a:r>
            <a:r>
              <a:rPr lang="de-DE" sz="800" err="1">
                <a:solidFill>
                  <a:schemeClr val="tx2"/>
                </a:solidFill>
              </a:rPr>
              <a:t>tube</a:t>
            </a:r>
            <a:r>
              <a:rPr lang="de-DE" sz="800">
                <a:solidFill>
                  <a:schemeClr val="tx2"/>
                </a:solidFill>
              </a:rPr>
              <a:t>." U.S. Patent </a:t>
            </a:r>
            <a:r>
              <a:rPr lang="de-DE" sz="800" err="1">
                <a:solidFill>
                  <a:schemeClr val="tx2"/>
                </a:solidFill>
              </a:rPr>
              <a:t>No</a:t>
            </a:r>
            <a:r>
              <a:rPr lang="de-DE" sz="800">
                <a:solidFill>
                  <a:schemeClr val="tx2"/>
                </a:solidFill>
              </a:rPr>
              <a:t>. 10,865,151. 15 </a:t>
            </a:r>
            <a:r>
              <a:rPr lang="de-DE" sz="800" err="1">
                <a:solidFill>
                  <a:schemeClr val="tx2"/>
                </a:solidFill>
              </a:rPr>
              <a:t>Dec</a:t>
            </a:r>
            <a:r>
              <a:rPr lang="de-DE" sz="800">
                <a:solidFill>
                  <a:schemeClr val="tx2"/>
                </a:solidFill>
              </a:rPr>
              <a:t>. 2020</a:t>
            </a:r>
            <a:endParaRPr lang="en-US" sz="800" noProof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26213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2C8DF83-E534-827F-3182-214121531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noProof="0"/>
              <a:t>10.09.2025</a:t>
            </a:r>
            <a:endParaRPr lang="en-US" noProof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6502B50-035B-AA21-D599-19185C4604D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noProof="0"/>
              <a:t>Reactor Concept</a:t>
            </a:r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75835917-2D23-0A57-052F-487346C5A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Experimental Setup</a:t>
            </a:r>
          </a:p>
        </p:txBody>
      </p:sp>
      <p:sp>
        <p:nvSpPr>
          <p:cNvPr id="47" name="Foliennummernplatzhalter 46">
            <a:extLst>
              <a:ext uri="{FF2B5EF4-FFF2-40B4-BE49-F238E27FC236}">
                <a16:creationId xmlns:a16="http://schemas.microsoft.com/office/drawing/2014/main" id="{47B5AA09-6073-9207-F65A-205D981FF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/>
              <a:t>10</a:t>
            </a:r>
          </a:p>
        </p:txBody>
      </p:sp>
      <p:sp>
        <p:nvSpPr>
          <p:cNvPr id="79" name="Textfeld 78">
            <a:extLst>
              <a:ext uri="{FF2B5EF4-FFF2-40B4-BE49-F238E27FC236}">
                <a16:creationId xmlns:a16="http://schemas.microsoft.com/office/drawing/2014/main" id="{8730CC44-AF54-D353-17D0-2192AAF607AB}"/>
              </a:ext>
            </a:extLst>
          </p:cNvPr>
          <p:cNvSpPr txBox="1"/>
          <p:nvPr/>
        </p:nvSpPr>
        <p:spPr>
          <a:xfrm>
            <a:off x="3840946" y="1621653"/>
            <a:ext cx="731054" cy="18851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  <a:spcBef>
                <a:spcPts val="625"/>
              </a:spcBef>
              <a:buClr>
                <a:schemeClr val="accent1"/>
              </a:buClr>
            </a:pP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</a:t>
            </a:r>
            <a:r>
              <a:rPr kumimoji="0" lang="en-US" sz="1100" b="1" i="0" u="none" strike="noStrike" kern="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</a:t>
            </a: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+ CO</a:t>
            </a:r>
            <a:r>
              <a:rPr kumimoji="0" lang="en-US" sz="1100" b="1" i="0" u="none" strike="noStrike" kern="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endParaRPr lang="en-US" sz="1100" noProof="0">
              <a:solidFill>
                <a:srgbClr val="000000"/>
              </a:solidFill>
            </a:endParaRPr>
          </a:p>
        </p:txBody>
      </p:sp>
      <p:sp>
        <p:nvSpPr>
          <p:cNvPr id="82" name="Rechteck 81">
            <a:extLst>
              <a:ext uri="{FF2B5EF4-FFF2-40B4-BE49-F238E27FC236}">
                <a16:creationId xmlns:a16="http://schemas.microsoft.com/office/drawing/2014/main" id="{9DB23429-4E73-CF76-9B7A-442EEBFB5ECF}"/>
              </a:ext>
            </a:extLst>
          </p:cNvPr>
          <p:cNvSpPr/>
          <p:nvPr/>
        </p:nvSpPr>
        <p:spPr>
          <a:xfrm rot="16200000">
            <a:off x="4189283" y="1779654"/>
            <a:ext cx="1133902" cy="1699820"/>
          </a:xfrm>
          <a:prstGeom prst="rect">
            <a:avLst/>
          </a:prstGeom>
          <a:noFill/>
          <a:ln w="38100">
            <a:solidFill>
              <a:srgbClr val="FFC00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noProof="0"/>
          </a:p>
        </p:txBody>
      </p: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D2D3BCFC-F770-AF42-AD78-4FEA08D38F4D}"/>
              </a:ext>
            </a:extLst>
          </p:cNvPr>
          <p:cNvGrpSpPr/>
          <p:nvPr/>
        </p:nvGrpSpPr>
        <p:grpSpPr>
          <a:xfrm>
            <a:off x="3906324" y="3133521"/>
            <a:ext cx="1699820" cy="1826842"/>
            <a:chOff x="3906324" y="3133521"/>
            <a:chExt cx="1699820" cy="1826842"/>
          </a:xfrm>
        </p:grpSpPr>
        <p:sp>
          <p:nvSpPr>
            <p:cNvPr id="80" name="Rechteck 79">
              <a:extLst>
                <a:ext uri="{FF2B5EF4-FFF2-40B4-BE49-F238E27FC236}">
                  <a16:creationId xmlns:a16="http://schemas.microsoft.com/office/drawing/2014/main" id="{F29B6060-5825-E461-6551-BDD1CE6B0A89}"/>
                </a:ext>
              </a:extLst>
            </p:cNvPr>
            <p:cNvSpPr/>
            <p:nvPr/>
          </p:nvSpPr>
          <p:spPr>
            <a:xfrm>
              <a:off x="4004390" y="3228015"/>
              <a:ext cx="1176799" cy="1543426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 noProof="0"/>
            </a:p>
          </p:txBody>
        </p:sp>
        <p:sp>
          <p:nvSpPr>
            <p:cNvPr id="81" name="Rechteck 80">
              <a:extLst>
                <a:ext uri="{FF2B5EF4-FFF2-40B4-BE49-F238E27FC236}">
                  <a16:creationId xmlns:a16="http://schemas.microsoft.com/office/drawing/2014/main" id="{732C2E97-F0AD-643A-10CC-362A0AC7D85D}"/>
                </a:ext>
              </a:extLst>
            </p:cNvPr>
            <p:cNvSpPr/>
            <p:nvPr/>
          </p:nvSpPr>
          <p:spPr>
            <a:xfrm rot="16200000">
              <a:off x="3984550" y="3181283"/>
              <a:ext cx="1543367" cy="1699820"/>
            </a:xfrm>
            <a:prstGeom prst="rect">
              <a:avLst/>
            </a:prstGeom>
            <a:noFill/>
            <a:ln w="38100">
              <a:solidFill>
                <a:srgbClr val="FF0000"/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 noProof="0"/>
            </a:p>
          </p:txBody>
        </p:sp>
        <p:sp>
          <p:nvSpPr>
            <p:cNvPr id="84" name="Textfeld 83">
              <a:extLst>
                <a:ext uri="{FF2B5EF4-FFF2-40B4-BE49-F238E27FC236}">
                  <a16:creationId xmlns:a16="http://schemas.microsoft.com/office/drawing/2014/main" id="{DD51E719-C14B-79FE-DBA5-24A809BEB20A}"/>
                </a:ext>
              </a:extLst>
            </p:cNvPr>
            <p:cNvSpPr txBox="1"/>
            <p:nvPr/>
          </p:nvSpPr>
          <p:spPr>
            <a:xfrm rot="16200000">
              <a:off x="4486572" y="3946305"/>
              <a:ext cx="1826842" cy="20127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855878" eaLnBrk="1" fontAlgn="auto" latinLnBrk="0" hangingPunct="1">
                <a:lnSpc>
                  <a:spcPct val="120000"/>
                </a:lnSpc>
                <a:spcBef>
                  <a:spcPts val="625"/>
                </a:spcBef>
                <a:spcAft>
                  <a:spcPts val="0"/>
                </a:spcAft>
                <a:buClr>
                  <a:srgbClr val="00BEFF"/>
                </a:buClr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</a:rPr>
                <a:t>Heated reaction zone</a:t>
              </a:r>
            </a:p>
          </p:txBody>
        </p:sp>
      </p:grpSp>
      <p:sp>
        <p:nvSpPr>
          <p:cNvPr id="85" name="Freihandform: Form 84">
            <a:extLst>
              <a:ext uri="{FF2B5EF4-FFF2-40B4-BE49-F238E27FC236}">
                <a16:creationId xmlns:a16="http://schemas.microsoft.com/office/drawing/2014/main" id="{6F5F8D7B-C95A-A639-E9E8-E86C15FEB412}"/>
              </a:ext>
            </a:extLst>
          </p:cNvPr>
          <p:cNvSpPr/>
          <p:nvPr/>
        </p:nvSpPr>
        <p:spPr>
          <a:xfrm rot="16200000" flipH="1">
            <a:off x="2369417" y="3596803"/>
            <a:ext cx="4414724" cy="1210151"/>
          </a:xfrm>
          <a:custGeom>
            <a:avLst/>
            <a:gdLst>
              <a:gd name="connsiteX0" fmla="*/ 0 w 10407016"/>
              <a:gd name="connsiteY0" fmla="*/ 2722882 h 2824482"/>
              <a:gd name="connsiteX1" fmla="*/ 8999855 w 10407016"/>
              <a:gd name="connsiteY1" fmla="*/ 2722882 h 2824482"/>
              <a:gd name="connsiteX2" fmla="*/ 8999855 w 10407016"/>
              <a:gd name="connsiteY2" fmla="*/ 2824479 h 2824482"/>
              <a:gd name="connsiteX3" fmla="*/ 8999797 w 10407016"/>
              <a:gd name="connsiteY3" fmla="*/ 2824479 h 2824482"/>
              <a:gd name="connsiteX4" fmla="*/ 8999855 w 10407016"/>
              <a:gd name="connsiteY4" fmla="*/ 2824482 h 2824482"/>
              <a:gd name="connsiteX5" fmla="*/ 8999855 w 10407016"/>
              <a:gd name="connsiteY5" fmla="*/ 2824482 h 2824482"/>
              <a:gd name="connsiteX6" fmla="*/ 0 w 10407016"/>
              <a:gd name="connsiteY6" fmla="*/ 2824482 h 2824482"/>
              <a:gd name="connsiteX7" fmla="*/ 0 w 10407016"/>
              <a:gd name="connsiteY7" fmla="*/ 1 h 2824482"/>
              <a:gd name="connsiteX8" fmla="*/ 8999855 w 10407016"/>
              <a:gd name="connsiteY8" fmla="*/ 1 h 2824482"/>
              <a:gd name="connsiteX9" fmla="*/ 8999855 w 10407016"/>
              <a:gd name="connsiteY9" fmla="*/ 101601 h 2824482"/>
              <a:gd name="connsiteX10" fmla="*/ 0 w 10407016"/>
              <a:gd name="connsiteY10" fmla="*/ 101601 h 2824482"/>
              <a:gd name="connsiteX11" fmla="*/ 8999856 w 10407016"/>
              <a:gd name="connsiteY11" fmla="*/ 0 h 2824482"/>
              <a:gd name="connsiteX12" fmla="*/ 10407016 w 10407016"/>
              <a:gd name="connsiteY12" fmla="*/ 1412241 h 2824482"/>
              <a:gd name="connsiteX13" fmla="*/ 8999856 w 10407016"/>
              <a:gd name="connsiteY13" fmla="*/ 2824482 h 2824482"/>
              <a:gd name="connsiteX14" fmla="*/ 8999855 w 10407016"/>
              <a:gd name="connsiteY14" fmla="*/ 2824482 h 2824482"/>
              <a:gd name="connsiteX15" fmla="*/ 8999855 w 10407016"/>
              <a:gd name="connsiteY15" fmla="*/ 2824479 h 2824482"/>
              <a:gd name="connsiteX16" fmla="*/ 8999856 w 10407016"/>
              <a:gd name="connsiteY16" fmla="*/ 2824479 h 2824482"/>
              <a:gd name="connsiteX17" fmla="*/ 8999856 w 10407016"/>
              <a:gd name="connsiteY17" fmla="*/ 2721007 h 2824482"/>
              <a:gd name="connsiteX18" fmla="*/ 9035416 w 10407016"/>
              <a:gd name="connsiteY18" fmla="*/ 2722882 h 2824482"/>
              <a:gd name="connsiteX19" fmla="*/ 10290176 w 10407016"/>
              <a:gd name="connsiteY19" fmla="*/ 1412241 h 2824482"/>
              <a:gd name="connsiteX20" fmla="*/ 9035416 w 10407016"/>
              <a:gd name="connsiteY20" fmla="*/ 101600 h 2824482"/>
              <a:gd name="connsiteX21" fmla="*/ 8999856 w 10407016"/>
              <a:gd name="connsiteY21" fmla="*/ 103476 h 28244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0407016" h="2824482">
                <a:moveTo>
                  <a:pt x="0" y="2722882"/>
                </a:moveTo>
                <a:lnTo>
                  <a:pt x="8999855" y="2722882"/>
                </a:lnTo>
                <a:lnTo>
                  <a:pt x="8999855" y="2824479"/>
                </a:lnTo>
                <a:lnTo>
                  <a:pt x="8999797" y="2824479"/>
                </a:lnTo>
                <a:lnTo>
                  <a:pt x="8999855" y="2824482"/>
                </a:lnTo>
                <a:lnTo>
                  <a:pt x="8999855" y="2824482"/>
                </a:lnTo>
                <a:lnTo>
                  <a:pt x="0" y="2824482"/>
                </a:lnTo>
                <a:close/>
                <a:moveTo>
                  <a:pt x="0" y="1"/>
                </a:moveTo>
                <a:lnTo>
                  <a:pt x="8999855" y="1"/>
                </a:lnTo>
                <a:lnTo>
                  <a:pt x="8999855" y="101601"/>
                </a:lnTo>
                <a:lnTo>
                  <a:pt x="0" y="101601"/>
                </a:lnTo>
                <a:close/>
                <a:moveTo>
                  <a:pt x="8999856" y="0"/>
                </a:moveTo>
                <a:cubicBezTo>
                  <a:pt x="9777009" y="0"/>
                  <a:pt x="10407016" y="632282"/>
                  <a:pt x="10407016" y="1412241"/>
                </a:cubicBezTo>
                <a:cubicBezTo>
                  <a:pt x="10407016" y="2192200"/>
                  <a:pt x="9777009" y="2824482"/>
                  <a:pt x="8999856" y="2824482"/>
                </a:cubicBezTo>
                <a:lnTo>
                  <a:pt x="8999855" y="2824482"/>
                </a:lnTo>
                <a:lnTo>
                  <a:pt x="8999855" y="2824479"/>
                </a:lnTo>
                <a:lnTo>
                  <a:pt x="8999856" y="2824479"/>
                </a:lnTo>
                <a:lnTo>
                  <a:pt x="8999856" y="2721007"/>
                </a:lnTo>
                <a:lnTo>
                  <a:pt x="9035416" y="2722882"/>
                </a:lnTo>
                <a:cubicBezTo>
                  <a:pt x="9728401" y="2722882"/>
                  <a:pt x="10290176" y="2136088"/>
                  <a:pt x="10290176" y="1412241"/>
                </a:cubicBezTo>
                <a:cubicBezTo>
                  <a:pt x="10290176" y="688394"/>
                  <a:pt x="9728401" y="101600"/>
                  <a:pt x="9035416" y="101600"/>
                </a:cubicBezTo>
                <a:lnTo>
                  <a:pt x="8999856" y="103476"/>
                </a:lnTo>
                <a:close/>
              </a:path>
            </a:pathLst>
          </a:custGeom>
          <a:solidFill>
            <a:srgbClr val="000000"/>
          </a:solidFill>
          <a:ln w="12700" cap="flat" cmpd="sng" algn="ctr">
            <a:solidFill>
              <a:srgbClr val="000000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8558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9" name="Pfeil: 180-Grad 88">
            <a:extLst>
              <a:ext uri="{FF2B5EF4-FFF2-40B4-BE49-F238E27FC236}">
                <a16:creationId xmlns:a16="http://schemas.microsoft.com/office/drawing/2014/main" id="{34850A9B-E787-4A12-6534-3651E1F406D3}"/>
              </a:ext>
            </a:extLst>
          </p:cNvPr>
          <p:cNvSpPr/>
          <p:nvPr/>
        </p:nvSpPr>
        <p:spPr>
          <a:xfrm rot="10800000" flipH="1">
            <a:off x="4199006" y="5075143"/>
            <a:ext cx="367077" cy="1103663"/>
          </a:xfrm>
          <a:prstGeom prst="uturnArrow">
            <a:avLst>
              <a:gd name="adj1" fmla="val 14828"/>
              <a:gd name="adj2" fmla="val 14472"/>
              <a:gd name="adj3" fmla="val 28241"/>
              <a:gd name="adj4" fmla="val 46471"/>
              <a:gd name="adj5" fmla="val 36580"/>
            </a:avLst>
          </a:prstGeom>
          <a:gradFill>
            <a:gsLst>
              <a:gs pos="44000">
                <a:srgbClr val="FF7C80"/>
              </a:gs>
              <a:gs pos="84000">
                <a:srgbClr val="FF5050"/>
              </a:gs>
              <a:gs pos="99301">
                <a:srgbClr val="FF0000"/>
              </a:gs>
              <a:gs pos="15000">
                <a:srgbClr val="FF5050"/>
              </a:gs>
              <a:gs pos="0">
                <a:srgbClr val="FF0000"/>
              </a:gs>
            </a:gsLst>
            <a:lin ang="0" scaled="0"/>
          </a:gradFill>
          <a:ln w="12700" cap="flat" cmpd="sng" algn="ctr">
            <a:solidFill>
              <a:srgbClr val="00BEFF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8558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sng" strike="noStrike" kern="0" cap="none" spc="0" normalizeH="0" baseline="0" noProof="0">
              <a:ln>
                <a:noFill/>
              </a:ln>
              <a:solidFill>
                <a:srgbClr val="3E444C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1" name="Pfeil: nach rechts 90">
            <a:extLst>
              <a:ext uri="{FF2B5EF4-FFF2-40B4-BE49-F238E27FC236}">
                <a16:creationId xmlns:a16="http://schemas.microsoft.com/office/drawing/2014/main" id="{842CD39C-43A6-D206-C3F2-0ED1BF821162}"/>
              </a:ext>
            </a:extLst>
          </p:cNvPr>
          <p:cNvSpPr/>
          <p:nvPr/>
        </p:nvSpPr>
        <p:spPr>
          <a:xfrm rot="5400000">
            <a:off x="3246926" y="2671209"/>
            <a:ext cx="1869679" cy="222788"/>
          </a:xfrm>
          <a:prstGeom prst="rightArrow">
            <a:avLst/>
          </a:prstGeom>
          <a:gradFill flip="none" rotWithShape="1">
            <a:gsLst>
              <a:gs pos="0">
                <a:schemeClr val="accent2"/>
              </a:gs>
              <a:gs pos="74000">
                <a:srgbClr val="FF5050"/>
              </a:gs>
              <a:gs pos="83000">
                <a:srgbClr val="FF3300"/>
              </a:gs>
              <a:gs pos="100000">
                <a:srgbClr val="FF0000"/>
              </a:gs>
            </a:gsLst>
            <a:lin ang="0" scaled="0"/>
            <a:tileRect/>
          </a:gradFill>
          <a:ln w="12700" cap="flat" cmpd="sng" algn="ctr">
            <a:solidFill>
              <a:srgbClr val="00BEFF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8558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sng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2" name="Pfeil: nach rechts 91">
            <a:extLst>
              <a:ext uri="{FF2B5EF4-FFF2-40B4-BE49-F238E27FC236}">
                <a16:creationId xmlns:a16="http://schemas.microsoft.com/office/drawing/2014/main" id="{86E17CB9-BDE5-8A01-A479-DCA2E852E7E5}"/>
              </a:ext>
            </a:extLst>
          </p:cNvPr>
          <p:cNvSpPr/>
          <p:nvPr/>
        </p:nvSpPr>
        <p:spPr>
          <a:xfrm rot="5400000">
            <a:off x="3955968" y="2665245"/>
            <a:ext cx="1913041" cy="222788"/>
          </a:xfrm>
          <a:prstGeom prst="rightArrow">
            <a:avLst/>
          </a:prstGeom>
          <a:gradFill flip="none" rotWithShape="1">
            <a:gsLst>
              <a:gs pos="0">
                <a:schemeClr val="accent2"/>
              </a:gs>
              <a:gs pos="74000">
                <a:srgbClr val="FF5050"/>
              </a:gs>
              <a:gs pos="83000">
                <a:srgbClr val="FF3300"/>
              </a:gs>
              <a:gs pos="100000">
                <a:srgbClr val="FF0000"/>
              </a:gs>
            </a:gsLst>
            <a:lin ang="0" scaled="0"/>
            <a:tileRect/>
          </a:gradFill>
          <a:ln w="12700" cap="flat" cmpd="sng" algn="ctr">
            <a:solidFill>
              <a:srgbClr val="00BEFF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8558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sng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3" name="Pfeil: nach rechts 92">
            <a:extLst>
              <a:ext uri="{FF2B5EF4-FFF2-40B4-BE49-F238E27FC236}">
                <a16:creationId xmlns:a16="http://schemas.microsoft.com/office/drawing/2014/main" id="{C33B3F86-01F1-86C2-86AE-6141C8820B93}"/>
              </a:ext>
            </a:extLst>
          </p:cNvPr>
          <p:cNvSpPr/>
          <p:nvPr/>
        </p:nvSpPr>
        <p:spPr>
          <a:xfrm rot="16200000">
            <a:off x="3389740" y="2383945"/>
            <a:ext cx="2365676" cy="211141"/>
          </a:xfrm>
          <a:prstGeom prst="rightArrow">
            <a:avLst/>
          </a:prstGeom>
          <a:gradFill flip="none" rotWithShape="1">
            <a:gsLst>
              <a:gs pos="100000">
                <a:schemeClr val="accent2"/>
              </a:gs>
              <a:gs pos="33000">
                <a:srgbClr val="FF5050"/>
              </a:gs>
              <a:gs pos="17000">
                <a:srgbClr val="FF3300"/>
              </a:gs>
              <a:gs pos="0">
                <a:srgbClr val="FF0000"/>
              </a:gs>
            </a:gsLst>
            <a:lin ang="0" scaled="0"/>
            <a:tileRect/>
          </a:gradFill>
          <a:ln w="12700" cap="flat" cmpd="sng" algn="ctr">
            <a:solidFill>
              <a:srgbClr val="00BEFF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8558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sng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4" name="Textfeld 93">
            <a:extLst>
              <a:ext uri="{FF2B5EF4-FFF2-40B4-BE49-F238E27FC236}">
                <a16:creationId xmlns:a16="http://schemas.microsoft.com/office/drawing/2014/main" id="{F71B6498-E974-4053-B2A2-5B5E9A6C5B72}"/>
              </a:ext>
            </a:extLst>
          </p:cNvPr>
          <p:cNvSpPr txBox="1"/>
          <p:nvPr/>
        </p:nvSpPr>
        <p:spPr>
          <a:xfrm rot="16200000">
            <a:off x="4938408" y="2511816"/>
            <a:ext cx="955390" cy="20127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defTabSz="855878" eaLnBrk="1" fontAlgn="auto" latinLnBrk="0" hangingPunct="1">
              <a:lnSpc>
                <a:spcPct val="120000"/>
              </a:lnSpc>
              <a:spcBef>
                <a:spcPts val="625"/>
              </a:spcBef>
              <a:spcAft>
                <a:spcPts val="0"/>
              </a:spcAft>
              <a:buClr>
                <a:srgbClr val="00BEFF"/>
              </a:buClr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</a:rPr>
              <a:t>Heat recovery</a:t>
            </a:r>
          </a:p>
        </p:txBody>
      </p:sp>
      <p:sp>
        <p:nvSpPr>
          <p:cNvPr id="100" name="Textfeld 99">
            <a:extLst>
              <a:ext uri="{FF2B5EF4-FFF2-40B4-BE49-F238E27FC236}">
                <a16:creationId xmlns:a16="http://schemas.microsoft.com/office/drawing/2014/main" id="{60537AD1-D2EC-D5ED-7174-F47A7BBB903D}"/>
              </a:ext>
            </a:extLst>
          </p:cNvPr>
          <p:cNvSpPr txBox="1"/>
          <p:nvPr/>
        </p:nvSpPr>
        <p:spPr>
          <a:xfrm>
            <a:off x="4386736" y="950298"/>
            <a:ext cx="588399" cy="18851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  <a:spcBef>
                <a:spcPts val="625"/>
              </a:spcBef>
              <a:buClr>
                <a:schemeClr val="accent1"/>
              </a:buClr>
            </a:pP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</a:t>
            </a:r>
            <a:r>
              <a:rPr kumimoji="0" lang="en-US" sz="1100" b="1" i="0" u="none" strike="noStrike" kern="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+ CO</a:t>
            </a:r>
            <a:endParaRPr lang="en-US" sz="1100" noProof="0">
              <a:solidFill>
                <a:srgbClr val="000000"/>
              </a:solidFill>
            </a:endParaRPr>
          </a:p>
        </p:txBody>
      </p:sp>
      <p:sp>
        <p:nvSpPr>
          <p:cNvPr id="90" name="Pfeil: 180-Grad 89">
            <a:extLst>
              <a:ext uri="{FF2B5EF4-FFF2-40B4-BE49-F238E27FC236}">
                <a16:creationId xmlns:a16="http://schemas.microsoft.com/office/drawing/2014/main" id="{73645AEA-0AC4-AD34-8490-2C28F448D8C3}"/>
              </a:ext>
            </a:extLst>
          </p:cNvPr>
          <p:cNvSpPr/>
          <p:nvPr/>
        </p:nvSpPr>
        <p:spPr>
          <a:xfrm flipH="1" flipV="1">
            <a:off x="4573137" y="5075143"/>
            <a:ext cx="367077" cy="1103663"/>
          </a:xfrm>
          <a:prstGeom prst="uturnArrow">
            <a:avLst>
              <a:gd name="adj1" fmla="val 14828"/>
              <a:gd name="adj2" fmla="val 14472"/>
              <a:gd name="adj3" fmla="val 28241"/>
              <a:gd name="adj4" fmla="val 46471"/>
              <a:gd name="adj5" fmla="val 36580"/>
            </a:avLst>
          </a:prstGeom>
          <a:gradFill>
            <a:gsLst>
              <a:gs pos="44000">
                <a:srgbClr val="FF7C80"/>
              </a:gs>
              <a:gs pos="84000">
                <a:srgbClr val="FF5050"/>
              </a:gs>
              <a:gs pos="99301">
                <a:srgbClr val="FF0000"/>
              </a:gs>
              <a:gs pos="15000">
                <a:srgbClr val="FF5050"/>
              </a:gs>
              <a:gs pos="0">
                <a:srgbClr val="FF0000"/>
              </a:gs>
            </a:gsLst>
            <a:lin ang="0" scaled="0"/>
          </a:gradFill>
          <a:ln w="12700" cap="flat" cmpd="sng" algn="ctr">
            <a:solidFill>
              <a:srgbClr val="00BEFF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8558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sng" strike="noStrike" kern="0" cap="none" spc="0" normalizeH="0" baseline="0" noProof="0">
              <a:ln>
                <a:noFill/>
              </a:ln>
              <a:solidFill>
                <a:srgbClr val="3E444C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E0F6A752-B345-03E8-466F-DFF8C894C3B2}"/>
              </a:ext>
            </a:extLst>
          </p:cNvPr>
          <p:cNvGrpSpPr/>
          <p:nvPr/>
        </p:nvGrpSpPr>
        <p:grpSpPr>
          <a:xfrm>
            <a:off x="4384750" y="1180691"/>
            <a:ext cx="359561" cy="4701860"/>
            <a:chOff x="4384750" y="1180691"/>
            <a:chExt cx="359561" cy="4701860"/>
          </a:xfrm>
        </p:grpSpPr>
        <p:sp>
          <p:nvSpPr>
            <p:cNvPr id="83" name="Rechteck 82">
              <a:extLst>
                <a:ext uri="{FF2B5EF4-FFF2-40B4-BE49-F238E27FC236}">
                  <a16:creationId xmlns:a16="http://schemas.microsoft.com/office/drawing/2014/main" id="{6A037143-70F1-54D1-B0F2-AA6C2FABB716}"/>
                </a:ext>
              </a:extLst>
            </p:cNvPr>
            <p:cNvSpPr/>
            <p:nvPr/>
          </p:nvSpPr>
          <p:spPr>
            <a:xfrm rot="16200000">
              <a:off x="2798985" y="3933732"/>
              <a:ext cx="3827277" cy="63374"/>
            </a:xfrm>
            <a:prstGeom prst="rect">
              <a:avLst/>
            </a:prstGeom>
            <a:pattFill prst="wdDnDiag">
              <a:fgClr>
                <a:srgbClr val="3E444C"/>
              </a:fgClr>
              <a:bgClr>
                <a:sysClr val="window" lastClr="FFFFFF"/>
              </a:bgClr>
            </a:pattFill>
            <a:ln w="12700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8558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86" name="Rechteck 85">
              <a:extLst>
                <a:ext uri="{FF2B5EF4-FFF2-40B4-BE49-F238E27FC236}">
                  <a16:creationId xmlns:a16="http://schemas.microsoft.com/office/drawing/2014/main" id="{EA54D98A-2FCF-19C4-3232-3DBDBDE22342}"/>
                </a:ext>
              </a:extLst>
            </p:cNvPr>
            <p:cNvSpPr/>
            <p:nvPr/>
          </p:nvSpPr>
          <p:spPr>
            <a:xfrm rot="16200000">
              <a:off x="2504847" y="3931684"/>
              <a:ext cx="3830770" cy="70963"/>
            </a:xfrm>
            <a:prstGeom prst="rect">
              <a:avLst/>
            </a:prstGeom>
            <a:pattFill prst="wdDnDiag">
              <a:fgClr>
                <a:srgbClr val="3E444C"/>
              </a:fgClr>
              <a:bgClr>
                <a:sysClr val="window" lastClr="FFFFFF"/>
              </a:bgClr>
            </a:pattFill>
            <a:ln w="12700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8558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87" name="Gerader Verbinder 86">
              <a:extLst>
                <a:ext uri="{FF2B5EF4-FFF2-40B4-BE49-F238E27FC236}">
                  <a16:creationId xmlns:a16="http://schemas.microsoft.com/office/drawing/2014/main" id="{4384C6D2-F9AB-A961-0CF5-6713C1DEE1EF}"/>
                </a:ext>
              </a:extLst>
            </p:cNvPr>
            <p:cNvCxnSpPr>
              <a:cxnSpLocks/>
              <a:stCxn id="86" idx="1"/>
              <a:endCxn id="83" idx="1"/>
            </p:cNvCxnSpPr>
            <p:nvPr/>
          </p:nvCxnSpPr>
          <p:spPr>
            <a:xfrm rot="16200000">
              <a:off x="4564682" y="5734609"/>
              <a:ext cx="3493" cy="292392"/>
            </a:xfrm>
            <a:prstGeom prst="line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</p:cxnSp>
        <p:cxnSp>
          <p:nvCxnSpPr>
            <p:cNvPr id="88" name="Gerader Verbinder 87">
              <a:extLst>
                <a:ext uri="{FF2B5EF4-FFF2-40B4-BE49-F238E27FC236}">
                  <a16:creationId xmlns:a16="http://schemas.microsoft.com/office/drawing/2014/main" id="{DA657FF6-D6F0-1B46-45FB-A9CCC27590A1}"/>
                </a:ext>
              </a:extLst>
            </p:cNvPr>
            <p:cNvCxnSpPr>
              <a:cxnSpLocks/>
              <a:stCxn id="86" idx="3"/>
              <a:endCxn id="83" idx="3"/>
            </p:cNvCxnSpPr>
            <p:nvPr/>
          </p:nvCxnSpPr>
          <p:spPr>
            <a:xfrm rot="16200000">
              <a:off x="4566428" y="1905585"/>
              <a:ext cx="0" cy="292392"/>
            </a:xfrm>
            <a:prstGeom prst="line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</p:cxnSp>
        <p:cxnSp>
          <p:nvCxnSpPr>
            <p:cNvPr id="95" name="Gerade Verbindung 10">
              <a:extLst>
                <a:ext uri="{FF2B5EF4-FFF2-40B4-BE49-F238E27FC236}">
                  <a16:creationId xmlns:a16="http://schemas.microsoft.com/office/drawing/2014/main" id="{661474E8-061D-521E-2411-44A332F945D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25361" y="1275183"/>
              <a:ext cx="0" cy="1984328"/>
            </a:xfrm>
            <a:prstGeom prst="line">
              <a:avLst/>
            </a:prstGeom>
            <a:noFill/>
            <a:ln w="38100" cap="flat" cmpd="sng" algn="ctr">
              <a:solidFill>
                <a:srgbClr val="FFFF00"/>
              </a:solidFill>
              <a:prstDash val="solid"/>
              <a:miter lim="800000"/>
            </a:ln>
            <a:effectLst/>
          </p:spPr>
        </p:cxnSp>
        <p:cxnSp>
          <p:nvCxnSpPr>
            <p:cNvPr id="96" name="Gerade Verbindung 11">
              <a:extLst>
                <a:ext uri="{FF2B5EF4-FFF2-40B4-BE49-F238E27FC236}">
                  <a16:creationId xmlns:a16="http://schemas.microsoft.com/office/drawing/2014/main" id="{D564B387-C205-424E-E1EC-83690F1D255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19560" y="1275183"/>
              <a:ext cx="0" cy="1984328"/>
            </a:xfrm>
            <a:prstGeom prst="line">
              <a:avLst/>
            </a:prstGeom>
            <a:noFill/>
            <a:ln w="38100" cap="flat" cmpd="sng" algn="ctr">
              <a:solidFill>
                <a:srgbClr val="FFFF00"/>
              </a:solidFill>
              <a:prstDash val="solid"/>
              <a:miter lim="800000"/>
            </a:ln>
            <a:effectLst/>
          </p:spPr>
        </p:cxnSp>
        <p:sp>
          <p:nvSpPr>
            <p:cNvPr id="97" name="Rechteck 96">
              <a:extLst>
                <a:ext uri="{FF2B5EF4-FFF2-40B4-BE49-F238E27FC236}">
                  <a16:creationId xmlns:a16="http://schemas.microsoft.com/office/drawing/2014/main" id="{34A46E5B-749F-A554-6B69-9A437E6F0158}"/>
                </a:ext>
              </a:extLst>
            </p:cNvPr>
            <p:cNvSpPr/>
            <p:nvPr/>
          </p:nvSpPr>
          <p:spPr>
            <a:xfrm rot="16200000" flipV="1">
              <a:off x="3940835" y="4014851"/>
              <a:ext cx="1543367" cy="32685"/>
            </a:xfrm>
            <a:prstGeom prst="rect">
              <a:avLst/>
            </a:prstGeom>
            <a:solidFill>
              <a:srgbClr val="FFFF00"/>
            </a:solidFill>
            <a:ln w="31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8558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FAFA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8" name="Rechteck 97">
              <a:extLst>
                <a:ext uri="{FF2B5EF4-FFF2-40B4-BE49-F238E27FC236}">
                  <a16:creationId xmlns:a16="http://schemas.microsoft.com/office/drawing/2014/main" id="{4AD9485E-269A-2AEA-3EA6-CEDAA2E30F5B}"/>
                </a:ext>
              </a:extLst>
            </p:cNvPr>
            <p:cNvSpPr/>
            <p:nvPr/>
          </p:nvSpPr>
          <p:spPr>
            <a:xfrm rot="16200000" flipV="1">
              <a:off x="3646611" y="4014851"/>
              <a:ext cx="1543367" cy="32685"/>
            </a:xfrm>
            <a:prstGeom prst="rect">
              <a:avLst/>
            </a:prstGeom>
            <a:solidFill>
              <a:srgbClr val="FFFF00"/>
            </a:solidFill>
            <a:ln w="31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8558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FAFA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101" name="Gerade Verbindung 10">
              <a:extLst>
                <a:ext uri="{FF2B5EF4-FFF2-40B4-BE49-F238E27FC236}">
                  <a16:creationId xmlns:a16="http://schemas.microsoft.com/office/drawing/2014/main" id="{E072C431-B620-3F0A-7801-0560240A176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20421" y="1275183"/>
              <a:ext cx="98067" cy="0"/>
            </a:xfrm>
            <a:prstGeom prst="line">
              <a:avLst/>
            </a:prstGeom>
            <a:noFill/>
            <a:ln w="38100" cap="flat" cmpd="sng" algn="ctr">
              <a:solidFill>
                <a:srgbClr val="FFFF00"/>
              </a:solidFill>
              <a:prstDash val="solid"/>
              <a:miter lim="800000"/>
            </a:ln>
            <a:effectLst/>
          </p:spPr>
        </p:cxnSp>
        <p:cxnSp>
          <p:nvCxnSpPr>
            <p:cNvPr id="102" name="Gerade Verbindung 10">
              <a:extLst>
                <a:ext uri="{FF2B5EF4-FFF2-40B4-BE49-F238E27FC236}">
                  <a16:creationId xmlns:a16="http://schemas.microsoft.com/office/drawing/2014/main" id="{B36265B4-6052-1DB1-E7F7-77B2F2F7348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25478" y="1275183"/>
              <a:ext cx="98067" cy="0"/>
            </a:xfrm>
            <a:prstGeom prst="line">
              <a:avLst/>
            </a:prstGeom>
            <a:noFill/>
            <a:ln w="38100" cap="flat" cmpd="sng" algn="ctr">
              <a:solidFill>
                <a:srgbClr val="FFFF00"/>
              </a:solidFill>
              <a:prstDash val="solid"/>
              <a:miter lim="800000"/>
            </a:ln>
            <a:effectLst/>
          </p:spPr>
        </p:cxnSp>
        <p:cxnSp>
          <p:nvCxnSpPr>
            <p:cNvPr id="103" name="Gerade Verbindung 10">
              <a:extLst>
                <a:ext uri="{FF2B5EF4-FFF2-40B4-BE49-F238E27FC236}">
                  <a16:creationId xmlns:a16="http://schemas.microsoft.com/office/drawing/2014/main" id="{9E86378B-44B8-C572-A0E5-22CBD51BD250}"/>
                </a:ext>
              </a:extLst>
            </p:cNvPr>
            <p:cNvCxnSpPr>
              <a:cxnSpLocks/>
            </p:cNvCxnSpPr>
            <p:nvPr/>
          </p:nvCxnSpPr>
          <p:spPr>
            <a:xfrm>
              <a:off x="4527412" y="1180691"/>
              <a:ext cx="0" cy="161154"/>
            </a:xfrm>
            <a:prstGeom prst="line">
              <a:avLst/>
            </a:prstGeom>
            <a:noFill/>
            <a:ln w="38100" cap="flat" cmpd="sng" algn="ctr">
              <a:solidFill>
                <a:srgbClr val="FFFF00"/>
              </a:solidFill>
              <a:prstDash val="solid"/>
              <a:miter lim="800000"/>
            </a:ln>
            <a:effectLst/>
          </p:spPr>
        </p:cxnSp>
        <p:cxnSp>
          <p:nvCxnSpPr>
            <p:cNvPr id="104" name="Gerade Verbindung 10">
              <a:extLst>
                <a:ext uri="{FF2B5EF4-FFF2-40B4-BE49-F238E27FC236}">
                  <a16:creationId xmlns:a16="http://schemas.microsoft.com/office/drawing/2014/main" id="{A46EAA6F-DE01-E7DA-55EC-6C5BA1ECC5B8}"/>
                </a:ext>
              </a:extLst>
            </p:cNvPr>
            <p:cNvCxnSpPr>
              <a:cxnSpLocks/>
            </p:cNvCxnSpPr>
            <p:nvPr/>
          </p:nvCxnSpPr>
          <p:spPr>
            <a:xfrm>
              <a:off x="4625478" y="1212188"/>
              <a:ext cx="0" cy="101826"/>
            </a:xfrm>
            <a:prstGeom prst="line">
              <a:avLst/>
            </a:prstGeom>
            <a:noFill/>
            <a:ln w="38100" cap="flat" cmpd="sng" algn="ctr">
              <a:solidFill>
                <a:srgbClr val="FFFF00"/>
              </a:solidFill>
              <a:prstDash val="solid"/>
              <a:miter lim="800000"/>
            </a:ln>
            <a:effectLst/>
          </p:spPr>
        </p:cxnSp>
      </p:grpSp>
      <p:sp>
        <p:nvSpPr>
          <p:cNvPr id="7" name="Textfeld 6">
            <a:extLst>
              <a:ext uri="{FF2B5EF4-FFF2-40B4-BE49-F238E27FC236}">
                <a16:creationId xmlns:a16="http://schemas.microsoft.com/office/drawing/2014/main" id="{74A2D305-40A7-DFDC-8B14-412D353916B0}"/>
              </a:ext>
            </a:extLst>
          </p:cNvPr>
          <p:cNvSpPr txBox="1"/>
          <p:nvPr/>
        </p:nvSpPr>
        <p:spPr>
          <a:xfrm>
            <a:off x="561976" y="1707895"/>
            <a:ext cx="3095624" cy="3182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spcBef>
                <a:spcPts val="625"/>
              </a:spcBef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en-US" sz="1800" noProof="0">
                <a:solidFill>
                  <a:srgbClr val="000000"/>
                </a:solidFill>
              </a:rPr>
              <a:t>Tube-In-Tube Design </a:t>
            </a:r>
            <a:endParaRPr lang="en-US" sz="1800" baseline="-25000" noProof="0">
              <a:solidFill>
                <a:srgbClr val="000000"/>
              </a:solidFill>
            </a:endParaRPr>
          </a:p>
          <a:p>
            <a:pPr marL="285750" indent="-285750">
              <a:lnSpc>
                <a:spcPct val="120000"/>
              </a:lnSpc>
              <a:spcBef>
                <a:spcPts val="625"/>
              </a:spcBef>
              <a:buClr>
                <a:schemeClr val="accent1"/>
              </a:buClr>
              <a:buFont typeface="Wingdings" panose="05000000000000000000" pitchFamily="2" charset="2"/>
              <a:buChar char="Ø"/>
            </a:pPr>
            <a:endParaRPr lang="en-US" sz="1800" noProof="0">
              <a:solidFill>
                <a:srgbClr val="000000"/>
              </a:solidFill>
            </a:endParaRPr>
          </a:p>
          <a:p>
            <a:pPr marL="285750" indent="-285750">
              <a:lnSpc>
                <a:spcPct val="120000"/>
              </a:lnSpc>
              <a:spcBef>
                <a:spcPts val="625"/>
              </a:spcBef>
              <a:buClr>
                <a:schemeClr val="accent1"/>
              </a:buClr>
              <a:buFont typeface="Wingdings" panose="05000000000000000000" pitchFamily="2" charset="2"/>
              <a:buChar char="Ø"/>
            </a:pPr>
            <a:endParaRPr lang="en-US" sz="1800" noProof="0">
              <a:solidFill>
                <a:srgbClr val="000000"/>
              </a:solidFill>
            </a:endParaRPr>
          </a:p>
          <a:p>
            <a:pPr marL="285750" indent="-285750">
              <a:lnSpc>
                <a:spcPct val="120000"/>
              </a:lnSpc>
              <a:spcBef>
                <a:spcPts val="625"/>
              </a:spcBef>
              <a:buClr>
                <a:schemeClr val="accent1"/>
              </a:buClr>
              <a:buFont typeface="Wingdings" panose="05000000000000000000" pitchFamily="2" charset="2"/>
              <a:buChar char="Ø"/>
            </a:pPr>
            <a:endParaRPr lang="en-US" sz="1800" noProof="0">
              <a:solidFill>
                <a:srgbClr val="000000"/>
              </a:solidFill>
            </a:endParaRPr>
          </a:p>
          <a:p>
            <a:pPr>
              <a:lnSpc>
                <a:spcPct val="120000"/>
              </a:lnSpc>
              <a:spcBef>
                <a:spcPts val="625"/>
              </a:spcBef>
              <a:buClr>
                <a:schemeClr val="accent1"/>
              </a:buClr>
            </a:pPr>
            <a:endParaRPr lang="en-US" sz="1800" noProof="0">
              <a:solidFill>
                <a:srgbClr val="000000"/>
              </a:solidFill>
            </a:endParaRPr>
          </a:p>
          <a:p>
            <a:pPr marL="285750" indent="-285750">
              <a:lnSpc>
                <a:spcPct val="120000"/>
              </a:lnSpc>
              <a:spcBef>
                <a:spcPts val="625"/>
              </a:spcBef>
              <a:buClr>
                <a:schemeClr val="accent1"/>
              </a:buClr>
              <a:buFont typeface="Wingdings" panose="05000000000000000000" pitchFamily="2" charset="2"/>
              <a:buChar char="Ø"/>
            </a:pPr>
            <a:endParaRPr lang="en-US" sz="1800" noProof="0">
              <a:solidFill>
                <a:srgbClr val="000000"/>
              </a:solidFill>
            </a:endParaRPr>
          </a:p>
          <a:p>
            <a:pPr marL="285750" indent="-285750">
              <a:lnSpc>
                <a:spcPct val="120000"/>
              </a:lnSpc>
              <a:spcBef>
                <a:spcPts val="625"/>
              </a:spcBef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en-US" sz="1800" noProof="0">
                <a:solidFill>
                  <a:srgbClr val="000000"/>
                </a:solidFill>
              </a:rPr>
              <a:t>Local heat release by metallic heater</a:t>
            </a:r>
          </a:p>
        </p:txBody>
      </p:sp>
      <p:grpSp>
        <p:nvGrpSpPr>
          <p:cNvPr id="168" name="Gruppieren 167">
            <a:extLst>
              <a:ext uri="{FF2B5EF4-FFF2-40B4-BE49-F238E27FC236}">
                <a16:creationId xmlns:a16="http://schemas.microsoft.com/office/drawing/2014/main" id="{5A981551-D351-9702-F0C5-91A9C3AFA094}"/>
              </a:ext>
            </a:extLst>
          </p:cNvPr>
          <p:cNvGrpSpPr/>
          <p:nvPr/>
        </p:nvGrpSpPr>
        <p:grpSpPr>
          <a:xfrm>
            <a:off x="1328344" y="2235253"/>
            <a:ext cx="1933193" cy="1497907"/>
            <a:chOff x="7962900" y="3468293"/>
            <a:chExt cx="1933193" cy="1497907"/>
          </a:xfrm>
        </p:grpSpPr>
        <p:grpSp>
          <p:nvGrpSpPr>
            <p:cNvPr id="142" name="Gruppieren 141">
              <a:extLst>
                <a:ext uri="{FF2B5EF4-FFF2-40B4-BE49-F238E27FC236}">
                  <a16:creationId xmlns:a16="http://schemas.microsoft.com/office/drawing/2014/main" id="{EE7D0A5A-4CE0-6C5F-E68E-7D473F10EA63}"/>
                </a:ext>
              </a:extLst>
            </p:cNvPr>
            <p:cNvGrpSpPr/>
            <p:nvPr/>
          </p:nvGrpSpPr>
          <p:grpSpPr>
            <a:xfrm>
              <a:off x="7962900" y="3886200"/>
              <a:ext cx="1080000" cy="1080000"/>
              <a:chOff x="8013700" y="3962400"/>
              <a:chExt cx="1080000" cy="1080000"/>
            </a:xfrm>
          </p:grpSpPr>
          <p:sp>
            <p:nvSpPr>
              <p:cNvPr id="140" name="Ellipse 139">
                <a:extLst>
                  <a:ext uri="{FF2B5EF4-FFF2-40B4-BE49-F238E27FC236}">
                    <a16:creationId xmlns:a16="http://schemas.microsoft.com/office/drawing/2014/main" id="{F6FB781B-8B5E-7BDB-C254-851B99295BA7}"/>
                  </a:ext>
                </a:extLst>
              </p:cNvPr>
              <p:cNvSpPr/>
              <p:nvPr/>
            </p:nvSpPr>
            <p:spPr>
              <a:xfrm>
                <a:off x="8283700" y="4232400"/>
                <a:ext cx="540000" cy="540000"/>
              </a:xfrm>
              <a:prstGeom prst="ellipse">
                <a:avLst/>
              </a:prstGeom>
              <a:noFill/>
              <a:ln w="76200"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noProof="0"/>
              </a:p>
            </p:txBody>
          </p:sp>
          <p:sp>
            <p:nvSpPr>
              <p:cNvPr id="141" name="Ellipse 140">
                <a:extLst>
                  <a:ext uri="{FF2B5EF4-FFF2-40B4-BE49-F238E27FC236}">
                    <a16:creationId xmlns:a16="http://schemas.microsoft.com/office/drawing/2014/main" id="{99CEEA1A-E8D7-25AF-56D4-07B66E2BAFA5}"/>
                  </a:ext>
                </a:extLst>
              </p:cNvPr>
              <p:cNvSpPr/>
              <p:nvPr/>
            </p:nvSpPr>
            <p:spPr>
              <a:xfrm>
                <a:off x="8013700" y="3962400"/>
                <a:ext cx="1080000" cy="1080000"/>
              </a:xfrm>
              <a:prstGeom prst="ellipse">
                <a:avLst/>
              </a:prstGeom>
              <a:noFill/>
              <a:ln w="19050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noProof="0"/>
              </a:p>
            </p:txBody>
          </p:sp>
        </p:grpSp>
        <p:cxnSp>
          <p:nvCxnSpPr>
            <p:cNvPr id="144" name="Gerade Verbindung mit Pfeil 143">
              <a:extLst>
                <a:ext uri="{FF2B5EF4-FFF2-40B4-BE49-F238E27FC236}">
                  <a16:creationId xmlns:a16="http://schemas.microsoft.com/office/drawing/2014/main" id="{001D5E86-AC39-DD90-6315-D621497F21BC}"/>
                </a:ext>
              </a:extLst>
            </p:cNvPr>
            <p:cNvCxnSpPr>
              <a:cxnSpLocks/>
            </p:cNvCxnSpPr>
            <p:nvPr/>
          </p:nvCxnSpPr>
          <p:spPr>
            <a:xfrm>
              <a:off x="8214238" y="3810379"/>
              <a:ext cx="540000" cy="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Gerader Verbinder 145">
              <a:extLst>
                <a:ext uri="{FF2B5EF4-FFF2-40B4-BE49-F238E27FC236}">
                  <a16:creationId xmlns:a16="http://schemas.microsoft.com/office/drawing/2014/main" id="{A3E1DD62-DC5D-5ECA-A269-4332B6F9D952}"/>
                </a:ext>
              </a:extLst>
            </p:cNvPr>
            <p:cNvCxnSpPr>
              <a:cxnSpLocks/>
              <a:stCxn id="140" idx="2"/>
            </p:cNvCxnSpPr>
            <p:nvPr/>
          </p:nvCxnSpPr>
          <p:spPr>
            <a:xfrm flipV="1">
              <a:off x="8232900" y="3676261"/>
              <a:ext cx="0" cy="74993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Gerader Verbinder 147">
              <a:extLst>
                <a:ext uri="{FF2B5EF4-FFF2-40B4-BE49-F238E27FC236}">
                  <a16:creationId xmlns:a16="http://schemas.microsoft.com/office/drawing/2014/main" id="{F3C7EDC5-C550-369D-4568-58F4BFD16C6A}"/>
                </a:ext>
              </a:extLst>
            </p:cNvPr>
            <p:cNvCxnSpPr>
              <a:cxnSpLocks/>
              <a:stCxn id="140" idx="6"/>
            </p:cNvCxnSpPr>
            <p:nvPr/>
          </p:nvCxnSpPr>
          <p:spPr>
            <a:xfrm flipV="1">
              <a:off x="8772900" y="3694922"/>
              <a:ext cx="0" cy="73127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1" name="Textfeld 150">
              <a:extLst>
                <a:ext uri="{FF2B5EF4-FFF2-40B4-BE49-F238E27FC236}">
                  <a16:creationId xmlns:a16="http://schemas.microsoft.com/office/drawing/2014/main" id="{138B131A-A495-00A2-A159-EC3B44A6453B}"/>
                </a:ext>
              </a:extLst>
            </p:cNvPr>
            <p:cNvSpPr txBox="1"/>
            <p:nvPr/>
          </p:nvSpPr>
          <p:spPr>
            <a:xfrm>
              <a:off x="8229601" y="3468293"/>
              <a:ext cx="610716" cy="2347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  <a:spcBef>
                  <a:spcPts val="625"/>
                </a:spcBef>
                <a:buClr>
                  <a:schemeClr val="accent1"/>
                </a:buClr>
              </a:pPr>
              <a:r>
                <a:rPr lang="en-US" sz="1400" noProof="0">
                  <a:solidFill>
                    <a:schemeClr val="tx2"/>
                  </a:solidFill>
                </a:rPr>
                <a:t>40 mm</a:t>
              </a:r>
            </a:p>
          </p:txBody>
        </p:sp>
        <p:cxnSp>
          <p:nvCxnSpPr>
            <p:cNvPr id="152" name="Gerade Verbindung mit Pfeil 151">
              <a:extLst>
                <a:ext uri="{FF2B5EF4-FFF2-40B4-BE49-F238E27FC236}">
                  <a16:creationId xmlns:a16="http://schemas.microsoft.com/office/drawing/2014/main" id="{01A973A3-1C22-8D39-E164-A9061D1525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58679" y="3886200"/>
              <a:ext cx="0" cy="108000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Gerader Verbinder 157">
              <a:extLst>
                <a:ext uri="{FF2B5EF4-FFF2-40B4-BE49-F238E27FC236}">
                  <a16:creationId xmlns:a16="http://schemas.microsoft.com/office/drawing/2014/main" id="{4C675CCC-9FD9-06F5-6593-9E5E5D89C992}"/>
                </a:ext>
              </a:extLst>
            </p:cNvPr>
            <p:cNvCxnSpPr>
              <a:cxnSpLocks/>
              <a:endCxn id="141" idx="4"/>
            </p:cNvCxnSpPr>
            <p:nvPr/>
          </p:nvCxnSpPr>
          <p:spPr>
            <a:xfrm flipH="1">
              <a:off x="8502900" y="4966200"/>
              <a:ext cx="865035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Gerader Verbinder 160">
              <a:extLst>
                <a:ext uri="{FF2B5EF4-FFF2-40B4-BE49-F238E27FC236}">
                  <a16:creationId xmlns:a16="http://schemas.microsoft.com/office/drawing/2014/main" id="{79B68A72-F923-B45D-87B1-2572A6C508F9}"/>
                </a:ext>
              </a:extLst>
            </p:cNvPr>
            <p:cNvCxnSpPr>
              <a:cxnSpLocks/>
              <a:endCxn id="141" idx="0"/>
            </p:cNvCxnSpPr>
            <p:nvPr/>
          </p:nvCxnSpPr>
          <p:spPr>
            <a:xfrm flipH="1">
              <a:off x="8502900" y="3886200"/>
              <a:ext cx="79039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5" name="Textfeld 164">
              <a:extLst>
                <a:ext uri="{FF2B5EF4-FFF2-40B4-BE49-F238E27FC236}">
                  <a16:creationId xmlns:a16="http://schemas.microsoft.com/office/drawing/2014/main" id="{F2E8C22A-F522-DEE9-3847-EB27986662B4}"/>
                </a:ext>
              </a:extLst>
            </p:cNvPr>
            <p:cNvSpPr txBox="1"/>
            <p:nvPr/>
          </p:nvSpPr>
          <p:spPr>
            <a:xfrm>
              <a:off x="9318172" y="4273630"/>
              <a:ext cx="577921" cy="2347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  <a:spcBef>
                  <a:spcPts val="625"/>
                </a:spcBef>
                <a:buClr>
                  <a:schemeClr val="accent1"/>
                </a:buClr>
              </a:pPr>
              <a:r>
                <a:rPr lang="en-US" sz="1400" noProof="0">
                  <a:solidFill>
                    <a:schemeClr val="tx2"/>
                  </a:solidFill>
                </a:rPr>
                <a:t>70 mm</a:t>
              </a:r>
            </a:p>
          </p:txBody>
        </p:sp>
      </p:grp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2B648343-D3BD-DB40-8879-2049BEC2A334}"/>
              </a:ext>
            </a:extLst>
          </p:cNvPr>
          <p:cNvGrpSpPr/>
          <p:nvPr/>
        </p:nvGrpSpPr>
        <p:grpSpPr>
          <a:xfrm>
            <a:off x="6030184" y="1804129"/>
            <a:ext cx="6097554" cy="2995665"/>
            <a:chOff x="5922607" y="1113846"/>
            <a:chExt cx="6097554" cy="2995665"/>
          </a:xfrm>
        </p:grpSpPr>
        <p:grpSp>
          <p:nvGrpSpPr>
            <p:cNvPr id="133" name="Gruppieren 132">
              <a:extLst>
                <a:ext uri="{FF2B5EF4-FFF2-40B4-BE49-F238E27FC236}">
                  <a16:creationId xmlns:a16="http://schemas.microsoft.com/office/drawing/2014/main" id="{198AC098-9FB0-C412-53C7-15E611C3A944}"/>
                </a:ext>
              </a:extLst>
            </p:cNvPr>
            <p:cNvGrpSpPr/>
            <p:nvPr/>
          </p:nvGrpSpPr>
          <p:grpSpPr>
            <a:xfrm>
              <a:off x="6230386" y="1671606"/>
              <a:ext cx="5383115" cy="1063043"/>
              <a:chOff x="6584950" y="1289050"/>
              <a:chExt cx="5383115" cy="1063043"/>
            </a:xfrm>
          </p:grpSpPr>
          <p:sp>
            <p:nvSpPr>
              <p:cNvPr id="105" name="Rechteck: abgerundete Ecken 104">
                <a:extLst>
                  <a:ext uri="{FF2B5EF4-FFF2-40B4-BE49-F238E27FC236}">
                    <a16:creationId xmlns:a16="http://schemas.microsoft.com/office/drawing/2014/main" id="{54302D70-5954-1E41-9F23-EFCA7DE876A9}"/>
                  </a:ext>
                </a:extLst>
              </p:cNvPr>
              <p:cNvSpPr/>
              <p:nvPr/>
            </p:nvSpPr>
            <p:spPr>
              <a:xfrm>
                <a:off x="10186890" y="1351968"/>
                <a:ext cx="1781175" cy="1000125"/>
              </a:xfrm>
              <a:prstGeom prst="roundRect">
                <a:avLst/>
              </a:prstGeom>
              <a:noFill/>
              <a:ln w="381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noProof="0">
                    <a:solidFill>
                      <a:sysClr val="windowText" lastClr="000000"/>
                    </a:solidFill>
                  </a:rPr>
                  <a:t>Reaction</a:t>
                </a:r>
              </a:p>
            </p:txBody>
          </p:sp>
          <p:sp>
            <p:nvSpPr>
              <p:cNvPr id="107" name="Rechteck: abgerundete Ecken 106">
                <a:extLst>
                  <a:ext uri="{FF2B5EF4-FFF2-40B4-BE49-F238E27FC236}">
                    <a16:creationId xmlns:a16="http://schemas.microsoft.com/office/drawing/2014/main" id="{FBCF257A-DC47-7FD2-F2FA-85E2D6BC57D1}"/>
                  </a:ext>
                </a:extLst>
              </p:cNvPr>
              <p:cNvSpPr/>
              <p:nvPr/>
            </p:nvSpPr>
            <p:spPr>
              <a:xfrm>
                <a:off x="7740650" y="1289050"/>
                <a:ext cx="1781175" cy="1057275"/>
              </a:xfrm>
              <a:prstGeom prst="roundRect">
                <a:avLst/>
              </a:prstGeom>
              <a:noFill/>
              <a:ln w="381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noProof="0">
                    <a:solidFill>
                      <a:sysClr val="windowText" lastClr="000000"/>
                    </a:solidFill>
                  </a:rPr>
                  <a:t>Heat exchanger</a:t>
                </a:r>
              </a:p>
            </p:txBody>
          </p:sp>
          <p:cxnSp>
            <p:nvCxnSpPr>
              <p:cNvPr id="109" name="Gerade Verbindung mit Pfeil 108">
                <a:extLst>
                  <a:ext uri="{FF2B5EF4-FFF2-40B4-BE49-F238E27FC236}">
                    <a16:creationId xmlns:a16="http://schemas.microsoft.com/office/drawing/2014/main" id="{090BFAA6-E97D-AA87-8AFA-E3A0E2B19BA3}"/>
                  </a:ext>
                </a:extLst>
              </p:cNvPr>
              <p:cNvCxnSpPr/>
              <p:nvPr/>
            </p:nvCxnSpPr>
            <p:spPr>
              <a:xfrm>
                <a:off x="6600825" y="1603375"/>
                <a:ext cx="1181100" cy="0"/>
              </a:xfrm>
              <a:prstGeom prst="straightConnector1">
                <a:avLst/>
              </a:prstGeom>
              <a:ln w="38100">
                <a:solidFill>
                  <a:schemeClr val="accent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3" name="Freihandform: Form 122">
                <a:extLst>
                  <a:ext uri="{FF2B5EF4-FFF2-40B4-BE49-F238E27FC236}">
                    <a16:creationId xmlns:a16="http://schemas.microsoft.com/office/drawing/2014/main" id="{41C6F555-5922-2B30-115B-E2F563E7D562}"/>
                  </a:ext>
                </a:extLst>
              </p:cNvPr>
              <p:cNvSpPr/>
              <p:nvPr/>
            </p:nvSpPr>
            <p:spPr>
              <a:xfrm>
                <a:off x="7762875" y="1385889"/>
                <a:ext cx="1749425" cy="225425"/>
              </a:xfrm>
              <a:custGeom>
                <a:avLst/>
                <a:gdLst>
                  <a:gd name="connsiteX0" fmla="*/ 0 w 3171825"/>
                  <a:gd name="connsiteY0" fmla="*/ 409575 h 409575"/>
                  <a:gd name="connsiteX1" fmla="*/ 400050 w 3171825"/>
                  <a:gd name="connsiteY1" fmla="*/ 0 h 409575"/>
                  <a:gd name="connsiteX2" fmla="*/ 714375 w 3171825"/>
                  <a:gd name="connsiteY2" fmla="*/ 381000 h 409575"/>
                  <a:gd name="connsiteX3" fmla="*/ 1085850 w 3171825"/>
                  <a:gd name="connsiteY3" fmla="*/ 0 h 409575"/>
                  <a:gd name="connsiteX4" fmla="*/ 1543050 w 3171825"/>
                  <a:gd name="connsiteY4" fmla="*/ 381000 h 409575"/>
                  <a:gd name="connsiteX5" fmla="*/ 1933575 w 3171825"/>
                  <a:gd name="connsiteY5" fmla="*/ 76200 h 409575"/>
                  <a:gd name="connsiteX6" fmla="*/ 2343150 w 3171825"/>
                  <a:gd name="connsiteY6" fmla="*/ 381000 h 409575"/>
                  <a:gd name="connsiteX7" fmla="*/ 2743200 w 3171825"/>
                  <a:gd name="connsiteY7" fmla="*/ 38100 h 409575"/>
                  <a:gd name="connsiteX8" fmla="*/ 3171825 w 3171825"/>
                  <a:gd name="connsiteY8" fmla="*/ 0 h 409575"/>
                  <a:gd name="connsiteX0" fmla="*/ 0 w 3171825"/>
                  <a:gd name="connsiteY0" fmla="*/ 409575 h 409575"/>
                  <a:gd name="connsiteX1" fmla="*/ 333375 w 3171825"/>
                  <a:gd name="connsiteY1" fmla="*/ 190500 h 409575"/>
                  <a:gd name="connsiteX2" fmla="*/ 714375 w 3171825"/>
                  <a:gd name="connsiteY2" fmla="*/ 381000 h 409575"/>
                  <a:gd name="connsiteX3" fmla="*/ 1085850 w 3171825"/>
                  <a:gd name="connsiteY3" fmla="*/ 0 h 409575"/>
                  <a:gd name="connsiteX4" fmla="*/ 1543050 w 3171825"/>
                  <a:gd name="connsiteY4" fmla="*/ 381000 h 409575"/>
                  <a:gd name="connsiteX5" fmla="*/ 1933575 w 3171825"/>
                  <a:gd name="connsiteY5" fmla="*/ 76200 h 409575"/>
                  <a:gd name="connsiteX6" fmla="*/ 2343150 w 3171825"/>
                  <a:gd name="connsiteY6" fmla="*/ 381000 h 409575"/>
                  <a:gd name="connsiteX7" fmla="*/ 2743200 w 3171825"/>
                  <a:gd name="connsiteY7" fmla="*/ 38100 h 409575"/>
                  <a:gd name="connsiteX8" fmla="*/ 3171825 w 3171825"/>
                  <a:gd name="connsiteY8" fmla="*/ 0 h 409575"/>
                  <a:gd name="connsiteX0" fmla="*/ 0 w 3171825"/>
                  <a:gd name="connsiteY0" fmla="*/ 409575 h 409575"/>
                  <a:gd name="connsiteX1" fmla="*/ 209550 w 3171825"/>
                  <a:gd name="connsiteY1" fmla="*/ 190500 h 409575"/>
                  <a:gd name="connsiteX2" fmla="*/ 714375 w 3171825"/>
                  <a:gd name="connsiteY2" fmla="*/ 381000 h 409575"/>
                  <a:gd name="connsiteX3" fmla="*/ 1085850 w 3171825"/>
                  <a:gd name="connsiteY3" fmla="*/ 0 h 409575"/>
                  <a:gd name="connsiteX4" fmla="*/ 1543050 w 3171825"/>
                  <a:gd name="connsiteY4" fmla="*/ 381000 h 409575"/>
                  <a:gd name="connsiteX5" fmla="*/ 1933575 w 3171825"/>
                  <a:gd name="connsiteY5" fmla="*/ 76200 h 409575"/>
                  <a:gd name="connsiteX6" fmla="*/ 2343150 w 3171825"/>
                  <a:gd name="connsiteY6" fmla="*/ 381000 h 409575"/>
                  <a:gd name="connsiteX7" fmla="*/ 2743200 w 3171825"/>
                  <a:gd name="connsiteY7" fmla="*/ 38100 h 409575"/>
                  <a:gd name="connsiteX8" fmla="*/ 3171825 w 3171825"/>
                  <a:gd name="connsiteY8" fmla="*/ 0 h 409575"/>
                  <a:gd name="connsiteX0" fmla="*/ 0 w 3171825"/>
                  <a:gd name="connsiteY0" fmla="*/ 409575 h 409575"/>
                  <a:gd name="connsiteX1" fmla="*/ 209550 w 3171825"/>
                  <a:gd name="connsiteY1" fmla="*/ 190500 h 409575"/>
                  <a:gd name="connsiteX2" fmla="*/ 419100 w 3171825"/>
                  <a:gd name="connsiteY2" fmla="*/ 390525 h 409575"/>
                  <a:gd name="connsiteX3" fmla="*/ 1085850 w 3171825"/>
                  <a:gd name="connsiteY3" fmla="*/ 0 h 409575"/>
                  <a:gd name="connsiteX4" fmla="*/ 1543050 w 3171825"/>
                  <a:gd name="connsiteY4" fmla="*/ 381000 h 409575"/>
                  <a:gd name="connsiteX5" fmla="*/ 1933575 w 3171825"/>
                  <a:gd name="connsiteY5" fmla="*/ 76200 h 409575"/>
                  <a:gd name="connsiteX6" fmla="*/ 2343150 w 3171825"/>
                  <a:gd name="connsiteY6" fmla="*/ 381000 h 409575"/>
                  <a:gd name="connsiteX7" fmla="*/ 2743200 w 3171825"/>
                  <a:gd name="connsiteY7" fmla="*/ 38100 h 409575"/>
                  <a:gd name="connsiteX8" fmla="*/ 3171825 w 3171825"/>
                  <a:gd name="connsiteY8" fmla="*/ 0 h 409575"/>
                  <a:gd name="connsiteX0" fmla="*/ 0 w 3171825"/>
                  <a:gd name="connsiteY0" fmla="*/ 409575 h 409575"/>
                  <a:gd name="connsiteX1" fmla="*/ 209550 w 3171825"/>
                  <a:gd name="connsiteY1" fmla="*/ 190500 h 409575"/>
                  <a:gd name="connsiteX2" fmla="*/ 419100 w 3171825"/>
                  <a:gd name="connsiteY2" fmla="*/ 390525 h 409575"/>
                  <a:gd name="connsiteX3" fmla="*/ 647700 w 3171825"/>
                  <a:gd name="connsiteY3" fmla="*/ 190500 h 409575"/>
                  <a:gd name="connsiteX4" fmla="*/ 1543050 w 3171825"/>
                  <a:gd name="connsiteY4" fmla="*/ 381000 h 409575"/>
                  <a:gd name="connsiteX5" fmla="*/ 1933575 w 3171825"/>
                  <a:gd name="connsiteY5" fmla="*/ 76200 h 409575"/>
                  <a:gd name="connsiteX6" fmla="*/ 2343150 w 3171825"/>
                  <a:gd name="connsiteY6" fmla="*/ 381000 h 409575"/>
                  <a:gd name="connsiteX7" fmla="*/ 2743200 w 3171825"/>
                  <a:gd name="connsiteY7" fmla="*/ 38100 h 409575"/>
                  <a:gd name="connsiteX8" fmla="*/ 3171825 w 3171825"/>
                  <a:gd name="connsiteY8" fmla="*/ 0 h 409575"/>
                  <a:gd name="connsiteX0" fmla="*/ 0 w 3171825"/>
                  <a:gd name="connsiteY0" fmla="*/ 409575 h 409575"/>
                  <a:gd name="connsiteX1" fmla="*/ 209550 w 3171825"/>
                  <a:gd name="connsiteY1" fmla="*/ 190500 h 409575"/>
                  <a:gd name="connsiteX2" fmla="*/ 419100 w 3171825"/>
                  <a:gd name="connsiteY2" fmla="*/ 390525 h 409575"/>
                  <a:gd name="connsiteX3" fmla="*/ 647700 w 3171825"/>
                  <a:gd name="connsiteY3" fmla="*/ 190500 h 409575"/>
                  <a:gd name="connsiteX4" fmla="*/ 1543050 w 3171825"/>
                  <a:gd name="connsiteY4" fmla="*/ 381000 h 409575"/>
                  <a:gd name="connsiteX5" fmla="*/ 1933575 w 3171825"/>
                  <a:gd name="connsiteY5" fmla="*/ 76200 h 409575"/>
                  <a:gd name="connsiteX6" fmla="*/ 2343150 w 3171825"/>
                  <a:gd name="connsiteY6" fmla="*/ 381000 h 409575"/>
                  <a:gd name="connsiteX7" fmla="*/ 2743200 w 3171825"/>
                  <a:gd name="connsiteY7" fmla="*/ 38100 h 409575"/>
                  <a:gd name="connsiteX8" fmla="*/ 3171825 w 3171825"/>
                  <a:gd name="connsiteY8" fmla="*/ 0 h 409575"/>
                  <a:gd name="connsiteX0" fmla="*/ 0 w 3171825"/>
                  <a:gd name="connsiteY0" fmla="*/ 409575 h 409575"/>
                  <a:gd name="connsiteX1" fmla="*/ 209550 w 3171825"/>
                  <a:gd name="connsiteY1" fmla="*/ 190500 h 409575"/>
                  <a:gd name="connsiteX2" fmla="*/ 419100 w 3171825"/>
                  <a:gd name="connsiteY2" fmla="*/ 390525 h 409575"/>
                  <a:gd name="connsiteX3" fmla="*/ 647700 w 3171825"/>
                  <a:gd name="connsiteY3" fmla="*/ 190500 h 409575"/>
                  <a:gd name="connsiteX4" fmla="*/ 1543050 w 3171825"/>
                  <a:gd name="connsiteY4" fmla="*/ 381000 h 409575"/>
                  <a:gd name="connsiteX5" fmla="*/ 1933575 w 3171825"/>
                  <a:gd name="connsiteY5" fmla="*/ 76200 h 409575"/>
                  <a:gd name="connsiteX6" fmla="*/ 2343150 w 3171825"/>
                  <a:gd name="connsiteY6" fmla="*/ 381000 h 409575"/>
                  <a:gd name="connsiteX7" fmla="*/ 2743200 w 3171825"/>
                  <a:gd name="connsiteY7" fmla="*/ 38100 h 409575"/>
                  <a:gd name="connsiteX8" fmla="*/ 3171825 w 3171825"/>
                  <a:gd name="connsiteY8" fmla="*/ 0 h 409575"/>
                  <a:gd name="connsiteX0" fmla="*/ 0 w 3171825"/>
                  <a:gd name="connsiteY0" fmla="*/ 409575 h 409575"/>
                  <a:gd name="connsiteX1" fmla="*/ 209550 w 3171825"/>
                  <a:gd name="connsiteY1" fmla="*/ 190500 h 409575"/>
                  <a:gd name="connsiteX2" fmla="*/ 419100 w 3171825"/>
                  <a:gd name="connsiteY2" fmla="*/ 390525 h 409575"/>
                  <a:gd name="connsiteX3" fmla="*/ 647700 w 3171825"/>
                  <a:gd name="connsiteY3" fmla="*/ 190500 h 409575"/>
                  <a:gd name="connsiteX4" fmla="*/ 885825 w 3171825"/>
                  <a:gd name="connsiteY4" fmla="*/ 371475 h 409575"/>
                  <a:gd name="connsiteX5" fmla="*/ 1933575 w 3171825"/>
                  <a:gd name="connsiteY5" fmla="*/ 76200 h 409575"/>
                  <a:gd name="connsiteX6" fmla="*/ 2343150 w 3171825"/>
                  <a:gd name="connsiteY6" fmla="*/ 381000 h 409575"/>
                  <a:gd name="connsiteX7" fmla="*/ 2743200 w 3171825"/>
                  <a:gd name="connsiteY7" fmla="*/ 38100 h 409575"/>
                  <a:gd name="connsiteX8" fmla="*/ 3171825 w 3171825"/>
                  <a:gd name="connsiteY8" fmla="*/ 0 h 409575"/>
                  <a:gd name="connsiteX0" fmla="*/ 0 w 3171825"/>
                  <a:gd name="connsiteY0" fmla="*/ 409575 h 409575"/>
                  <a:gd name="connsiteX1" fmla="*/ 209550 w 3171825"/>
                  <a:gd name="connsiteY1" fmla="*/ 190500 h 409575"/>
                  <a:gd name="connsiteX2" fmla="*/ 419100 w 3171825"/>
                  <a:gd name="connsiteY2" fmla="*/ 390525 h 409575"/>
                  <a:gd name="connsiteX3" fmla="*/ 647700 w 3171825"/>
                  <a:gd name="connsiteY3" fmla="*/ 190500 h 409575"/>
                  <a:gd name="connsiteX4" fmla="*/ 885825 w 3171825"/>
                  <a:gd name="connsiteY4" fmla="*/ 371475 h 409575"/>
                  <a:gd name="connsiteX5" fmla="*/ 1933575 w 3171825"/>
                  <a:gd name="connsiteY5" fmla="*/ 76200 h 409575"/>
                  <a:gd name="connsiteX6" fmla="*/ 2343150 w 3171825"/>
                  <a:gd name="connsiteY6" fmla="*/ 381000 h 409575"/>
                  <a:gd name="connsiteX7" fmla="*/ 2743200 w 3171825"/>
                  <a:gd name="connsiteY7" fmla="*/ 38100 h 409575"/>
                  <a:gd name="connsiteX8" fmla="*/ 3171825 w 3171825"/>
                  <a:gd name="connsiteY8" fmla="*/ 0 h 409575"/>
                  <a:gd name="connsiteX0" fmla="*/ 0 w 3171825"/>
                  <a:gd name="connsiteY0" fmla="*/ 409575 h 409575"/>
                  <a:gd name="connsiteX1" fmla="*/ 209550 w 3171825"/>
                  <a:gd name="connsiteY1" fmla="*/ 190500 h 409575"/>
                  <a:gd name="connsiteX2" fmla="*/ 419100 w 3171825"/>
                  <a:gd name="connsiteY2" fmla="*/ 390525 h 409575"/>
                  <a:gd name="connsiteX3" fmla="*/ 647700 w 3171825"/>
                  <a:gd name="connsiteY3" fmla="*/ 190500 h 409575"/>
                  <a:gd name="connsiteX4" fmla="*/ 885825 w 3171825"/>
                  <a:gd name="connsiteY4" fmla="*/ 371475 h 409575"/>
                  <a:gd name="connsiteX5" fmla="*/ 1933575 w 3171825"/>
                  <a:gd name="connsiteY5" fmla="*/ 76200 h 409575"/>
                  <a:gd name="connsiteX6" fmla="*/ 2343150 w 3171825"/>
                  <a:gd name="connsiteY6" fmla="*/ 381000 h 409575"/>
                  <a:gd name="connsiteX7" fmla="*/ 2743200 w 3171825"/>
                  <a:gd name="connsiteY7" fmla="*/ 38100 h 409575"/>
                  <a:gd name="connsiteX8" fmla="*/ 3171825 w 3171825"/>
                  <a:gd name="connsiteY8" fmla="*/ 0 h 409575"/>
                  <a:gd name="connsiteX0" fmla="*/ 0 w 3171825"/>
                  <a:gd name="connsiteY0" fmla="*/ 409575 h 409575"/>
                  <a:gd name="connsiteX1" fmla="*/ 209550 w 3171825"/>
                  <a:gd name="connsiteY1" fmla="*/ 190500 h 409575"/>
                  <a:gd name="connsiteX2" fmla="*/ 419100 w 3171825"/>
                  <a:gd name="connsiteY2" fmla="*/ 390525 h 409575"/>
                  <a:gd name="connsiteX3" fmla="*/ 647700 w 3171825"/>
                  <a:gd name="connsiteY3" fmla="*/ 190500 h 409575"/>
                  <a:gd name="connsiteX4" fmla="*/ 885825 w 3171825"/>
                  <a:gd name="connsiteY4" fmla="*/ 371475 h 409575"/>
                  <a:gd name="connsiteX5" fmla="*/ 1933575 w 3171825"/>
                  <a:gd name="connsiteY5" fmla="*/ 76200 h 409575"/>
                  <a:gd name="connsiteX6" fmla="*/ 2343150 w 3171825"/>
                  <a:gd name="connsiteY6" fmla="*/ 381000 h 409575"/>
                  <a:gd name="connsiteX7" fmla="*/ 2743200 w 3171825"/>
                  <a:gd name="connsiteY7" fmla="*/ 38100 h 409575"/>
                  <a:gd name="connsiteX8" fmla="*/ 3171825 w 3171825"/>
                  <a:gd name="connsiteY8" fmla="*/ 0 h 409575"/>
                  <a:gd name="connsiteX0" fmla="*/ 0 w 3171825"/>
                  <a:gd name="connsiteY0" fmla="*/ 409575 h 409575"/>
                  <a:gd name="connsiteX1" fmla="*/ 209550 w 3171825"/>
                  <a:gd name="connsiteY1" fmla="*/ 190500 h 409575"/>
                  <a:gd name="connsiteX2" fmla="*/ 419100 w 3171825"/>
                  <a:gd name="connsiteY2" fmla="*/ 390525 h 409575"/>
                  <a:gd name="connsiteX3" fmla="*/ 647700 w 3171825"/>
                  <a:gd name="connsiteY3" fmla="*/ 190500 h 409575"/>
                  <a:gd name="connsiteX4" fmla="*/ 885825 w 3171825"/>
                  <a:gd name="connsiteY4" fmla="*/ 371475 h 409575"/>
                  <a:gd name="connsiteX5" fmla="*/ 1933575 w 3171825"/>
                  <a:gd name="connsiteY5" fmla="*/ 76200 h 409575"/>
                  <a:gd name="connsiteX6" fmla="*/ 2343150 w 3171825"/>
                  <a:gd name="connsiteY6" fmla="*/ 381000 h 409575"/>
                  <a:gd name="connsiteX7" fmla="*/ 2743200 w 3171825"/>
                  <a:gd name="connsiteY7" fmla="*/ 38100 h 409575"/>
                  <a:gd name="connsiteX8" fmla="*/ 3171825 w 3171825"/>
                  <a:gd name="connsiteY8" fmla="*/ 0 h 409575"/>
                  <a:gd name="connsiteX0" fmla="*/ 0 w 3171825"/>
                  <a:gd name="connsiteY0" fmla="*/ 409575 h 409575"/>
                  <a:gd name="connsiteX1" fmla="*/ 209550 w 3171825"/>
                  <a:gd name="connsiteY1" fmla="*/ 190500 h 409575"/>
                  <a:gd name="connsiteX2" fmla="*/ 419100 w 3171825"/>
                  <a:gd name="connsiteY2" fmla="*/ 390525 h 409575"/>
                  <a:gd name="connsiteX3" fmla="*/ 647700 w 3171825"/>
                  <a:gd name="connsiteY3" fmla="*/ 190500 h 409575"/>
                  <a:gd name="connsiteX4" fmla="*/ 838200 w 3171825"/>
                  <a:gd name="connsiteY4" fmla="*/ 395287 h 409575"/>
                  <a:gd name="connsiteX5" fmla="*/ 1933575 w 3171825"/>
                  <a:gd name="connsiteY5" fmla="*/ 76200 h 409575"/>
                  <a:gd name="connsiteX6" fmla="*/ 2343150 w 3171825"/>
                  <a:gd name="connsiteY6" fmla="*/ 381000 h 409575"/>
                  <a:gd name="connsiteX7" fmla="*/ 2743200 w 3171825"/>
                  <a:gd name="connsiteY7" fmla="*/ 38100 h 409575"/>
                  <a:gd name="connsiteX8" fmla="*/ 3171825 w 3171825"/>
                  <a:gd name="connsiteY8" fmla="*/ 0 h 409575"/>
                  <a:gd name="connsiteX0" fmla="*/ 0 w 3171825"/>
                  <a:gd name="connsiteY0" fmla="*/ 409575 h 409575"/>
                  <a:gd name="connsiteX1" fmla="*/ 209550 w 3171825"/>
                  <a:gd name="connsiteY1" fmla="*/ 190500 h 409575"/>
                  <a:gd name="connsiteX2" fmla="*/ 419100 w 3171825"/>
                  <a:gd name="connsiteY2" fmla="*/ 390525 h 409575"/>
                  <a:gd name="connsiteX3" fmla="*/ 647700 w 3171825"/>
                  <a:gd name="connsiteY3" fmla="*/ 190500 h 409575"/>
                  <a:gd name="connsiteX4" fmla="*/ 838200 w 3171825"/>
                  <a:gd name="connsiteY4" fmla="*/ 395287 h 409575"/>
                  <a:gd name="connsiteX5" fmla="*/ 1933575 w 3171825"/>
                  <a:gd name="connsiteY5" fmla="*/ 76200 h 409575"/>
                  <a:gd name="connsiteX6" fmla="*/ 2343150 w 3171825"/>
                  <a:gd name="connsiteY6" fmla="*/ 381000 h 409575"/>
                  <a:gd name="connsiteX7" fmla="*/ 2743200 w 3171825"/>
                  <a:gd name="connsiteY7" fmla="*/ 38100 h 409575"/>
                  <a:gd name="connsiteX8" fmla="*/ 3171825 w 3171825"/>
                  <a:gd name="connsiteY8" fmla="*/ 0 h 409575"/>
                  <a:gd name="connsiteX0" fmla="*/ 0 w 3171825"/>
                  <a:gd name="connsiteY0" fmla="*/ 409575 h 409575"/>
                  <a:gd name="connsiteX1" fmla="*/ 209550 w 3171825"/>
                  <a:gd name="connsiteY1" fmla="*/ 190500 h 409575"/>
                  <a:gd name="connsiteX2" fmla="*/ 419100 w 3171825"/>
                  <a:gd name="connsiteY2" fmla="*/ 390525 h 409575"/>
                  <a:gd name="connsiteX3" fmla="*/ 647700 w 3171825"/>
                  <a:gd name="connsiteY3" fmla="*/ 190500 h 409575"/>
                  <a:gd name="connsiteX4" fmla="*/ 838200 w 3171825"/>
                  <a:gd name="connsiteY4" fmla="*/ 395287 h 409575"/>
                  <a:gd name="connsiteX5" fmla="*/ 1933575 w 3171825"/>
                  <a:gd name="connsiteY5" fmla="*/ 76200 h 409575"/>
                  <a:gd name="connsiteX6" fmla="*/ 2343150 w 3171825"/>
                  <a:gd name="connsiteY6" fmla="*/ 381000 h 409575"/>
                  <a:gd name="connsiteX7" fmla="*/ 2743200 w 3171825"/>
                  <a:gd name="connsiteY7" fmla="*/ 38100 h 409575"/>
                  <a:gd name="connsiteX8" fmla="*/ 3171825 w 3171825"/>
                  <a:gd name="connsiteY8" fmla="*/ 0 h 409575"/>
                  <a:gd name="connsiteX0" fmla="*/ 0 w 3171825"/>
                  <a:gd name="connsiteY0" fmla="*/ 409575 h 409575"/>
                  <a:gd name="connsiteX1" fmla="*/ 209550 w 3171825"/>
                  <a:gd name="connsiteY1" fmla="*/ 190500 h 409575"/>
                  <a:gd name="connsiteX2" fmla="*/ 419100 w 3171825"/>
                  <a:gd name="connsiteY2" fmla="*/ 390525 h 409575"/>
                  <a:gd name="connsiteX3" fmla="*/ 647700 w 3171825"/>
                  <a:gd name="connsiteY3" fmla="*/ 190500 h 409575"/>
                  <a:gd name="connsiteX4" fmla="*/ 838200 w 3171825"/>
                  <a:gd name="connsiteY4" fmla="*/ 395287 h 409575"/>
                  <a:gd name="connsiteX5" fmla="*/ 1073150 w 3171825"/>
                  <a:gd name="connsiteY5" fmla="*/ 193675 h 409575"/>
                  <a:gd name="connsiteX6" fmla="*/ 2343150 w 3171825"/>
                  <a:gd name="connsiteY6" fmla="*/ 381000 h 409575"/>
                  <a:gd name="connsiteX7" fmla="*/ 2743200 w 3171825"/>
                  <a:gd name="connsiteY7" fmla="*/ 38100 h 409575"/>
                  <a:gd name="connsiteX8" fmla="*/ 3171825 w 3171825"/>
                  <a:gd name="connsiteY8" fmla="*/ 0 h 409575"/>
                  <a:gd name="connsiteX0" fmla="*/ 0 w 3171825"/>
                  <a:gd name="connsiteY0" fmla="*/ 409575 h 409575"/>
                  <a:gd name="connsiteX1" fmla="*/ 209550 w 3171825"/>
                  <a:gd name="connsiteY1" fmla="*/ 190500 h 409575"/>
                  <a:gd name="connsiteX2" fmla="*/ 419100 w 3171825"/>
                  <a:gd name="connsiteY2" fmla="*/ 390525 h 409575"/>
                  <a:gd name="connsiteX3" fmla="*/ 647700 w 3171825"/>
                  <a:gd name="connsiteY3" fmla="*/ 190500 h 409575"/>
                  <a:gd name="connsiteX4" fmla="*/ 838200 w 3171825"/>
                  <a:gd name="connsiteY4" fmla="*/ 395287 h 409575"/>
                  <a:gd name="connsiteX5" fmla="*/ 1073150 w 3171825"/>
                  <a:gd name="connsiteY5" fmla="*/ 193675 h 409575"/>
                  <a:gd name="connsiteX6" fmla="*/ 1282700 w 3171825"/>
                  <a:gd name="connsiteY6" fmla="*/ 374650 h 409575"/>
                  <a:gd name="connsiteX7" fmla="*/ 2743200 w 3171825"/>
                  <a:gd name="connsiteY7" fmla="*/ 38100 h 409575"/>
                  <a:gd name="connsiteX8" fmla="*/ 3171825 w 3171825"/>
                  <a:gd name="connsiteY8" fmla="*/ 0 h 409575"/>
                  <a:gd name="connsiteX0" fmla="*/ 0 w 3171825"/>
                  <a:gd name="connsiteY0" fmla="*/ 409575 h 409575"/>
                  <a:gd name="connsiteX1" fmla="*/ 209550 w 3171825"/>
                  <a:gd name="connsiteY1" fmla="*/ 190500 h 409575"/>
                  <a:gd name="connsiteX2" fmla="*/ 419100 w 3171825"/>
                  <a:gd name="connsiteY2" fmla="*/ 390525 h 409575"/>
                  <a:gd name="connsiteX3" fmla="*/ 647700 w 3171825"/>
                  <a:gd name="connsiteY3" fmla="*/ 190500 h 409575"/>
                  <a:gd name="connsiteX4" fmla="*/ 838200 w 3171825"/>
                  <a:gd name="connsiteY4" fmla="*/ 395287 h 409575"/>
                  <a:gd name="connsiteX5" fmla="*/ 1073150 w 3171825"/>
                  <a:gd name="connsiteY5" fmla="*/ 193675 h 409575"/>
                  <a:gd name="connsiteX6" fmla="*/ 1282700 w 3171825"/>
                  <a:gd name="connsiteY6" fmla="*/ 374650 h 409575"/>
                  <a:gd name="connsiteX7" fmla="*/ 1517650 w 3171825"/>
                  <a:gd name="connsiteY7" fmla="*/ 193675 h 409575"/>
                  <a:gd name="connsiteX8" fmla="*/ 3171825 w 3171825"/>
                  <a:gd name="connsiteY8" fmla="*/ 0 h 409575"/>
                  <a:gd name="connsiteX0" fmla="*/ 0 w 1771650"/>
                  <a:gd name="connsiteY0" fmla="*/ 219075 h 219075"/>
                  <a:gd name="connsiteX1" fmla="*/ 209550 w 1771650"/>
                  <a:gd name="connsiteY1" fmla="*/ 0 h 219075"/>
                  <a:gd name="connsiteX2" fmla="*/ 419100 w 1771650"/>
                  <a:gd name="connsiteY2" fmla="*/ 200025 h 219075"/>
                  <a:gd name="connsiteX3" fmla="*/ 647700 w 1771650"/>
                  <a:gd name="connsiteY3" fmla="*/ 0 h 219075"/>
                  <a:gd name="connsiteX4" fmla="*/ 838200 w 1771650"/>
                  <a:gd name="connsiteY4" fmla="*/ 204787 h 219075"/>
                  <a:gd name="connsiteX5" fmla="*/ 1073150 w 1771650"/>
                  <a:gd name="connsiteY5" fmla="*/ 3175 h 219075"/>
                  <a:gd name="connsiteX6" fmla="*/ 1282700 w 1771650"/>
                  <a:gd name="connsiteY6" fmla="*/ 184150 h 219075"/>
                  <a:gd name="connsiteX7" fmla="*/ 1517650 w 1771650"/>
                  <a:gd name="connsiteY7" fmla="*/ 3175 h 219075"/>
                  <a:gd name="connsiteX8" fmla="*/ 1771650 w 1771650"/>
                  <a:gd name="connsiteY8" fmla="*/ 184150 h 219075"/>
                  <a:gd name="connsiteX0" fmla="*/ 0 w 1771650"/>
                  <a:gd name="connsiteY0" fmla="*/ 219075 h 219075"/>
                  <a:gd name="connsiteX1" fmla="*/ 209550 w 1771650"/>
                  <a:gd name="connsiteY1" fmla="*/ 0 h 219075"/>
                  <a:gd name="connsiteX2" fmla="*/ 419100 w 1771650"/>
                  <a:gd name="connsiteY2" fmla="*/ 200025 h 219075"/>
                  <a:gd name="connsiteX3" fmla="*/ 647700 w 1771650"/>
                  <a:gd name="connsiteY3" fmla="*/ 0 h 219075"/>
                  <a:gd name="connsiteX4" fmla="*/ 838200 w 1771650"/>
                  <a:gd name="connsiteY4" fmla="*/ 204787 h 219075"/>
                  <a:gd name="connsiteX5" fmla="*/ 1073150 w 1771650"/>
                  <a:gd name="connsiteY5" fmla="*/ 3175 h 219075"/>
                  <a:gd name="connsiteX6" fmla="*/ 1280319 w 1771650"/>
                  <a:gd name="connsiteY6" fmla="*/ 217487 h 219075"/>
                  <a:gd name="connsiteX7" fmla="*/ 1517650 w 1771650"/>
                  <a:gd name="connsiteY7" fmla="*/ 3175 h 219075"/>
                  <a:gd name="connsiteX8" fmla="*/ 1771650 w 1771650"/>
                  <a:gd name="connsiteY8" fmla="*/ 184150 h 219075"/>
                  <a:gd name="connsiteX0" fmla="*/ 0 w 1771650"/>
                  <a:gd name="connsiteY0" fmla="*/ 219075 h 219075"/>
                  <a:gd name="connsiteX1" fmla="*/ 209550 w 1771650"/>
                  <a:gd name="connsiteY1" fmla="*/ 0 h 219075"/>
                  <a:gd name="connsiteX2" fmla="*/ 419100 w 1771650"/>
                  <a:gd name="connsiteY2" fmla="*/ 200025 h 219075"/>
                  <a:gd name="connsiteX3" fmla="*/ 647700 w 1771650"/>
                  <a:gd name="connsiteY3" fmla="*/ 0 h 219075"/>
                  <a:gd name="connsiteX4" fmla="*/ 838200 w 1771650"/>
                  <a:gd name="connsiteY4" fmla="*/ 204787 h 219075"/>
                  <a:gd name="connsiteX5" fmla="*/ 1073150 w 1771650"/>
                  <a:gd name="connsiteY5" fmla="*/ 3175 h 219075"/>
                  <a:gd name="connsiteX6" fmla="*/ 1280319 w 1771650"/>
                  <a:gd name="connsiteY6" fmla="*/ 200818 h 219075"/>
                  <a:gd name="connsiteX7" fmla="*/ 1517650 w 1771650"/>
                  <a:gd name="connsiteY7" fmla="*/ 3175 h 219075"/>
                  <a:gd name="connsiteX8" fmla="*/ 1771650 w 1771650"/>
                  <a:gd name="connsiteY8" fmla="*/ 184150 h 219075"/>
                  <a:gd name="connsiteX0" fmla="*/ 0 w 1771650"/>
                  <a:gd name="connsiteY0" fmla="*/ 219075 h 219075"/>
                  <a:gd name="connsiteX1" fmla="*/ 209550 w 1771650"/>
                  <a:gd name="connsiteY1" fmla="*/ 0 h 219075"/>
                  <a:gd name="connsiteX2" fmla="*/ 419100 w 1771650"/>
                  <a:gd name="connsiteY2" fmla="*/ 200025 h 219075"/>
                  <a:gd name="connsiteX3" fmla="*/ 647700 w 1771650"/>
                  <a:gd name="connsiteY3" fmla="*/ 0 h 219075"/>
                  <a:gd name="connsiteX4" fmla="*/ 838200 w 1771650"/>
                  <a:gd name="connsiteY4" fmla="*/ 204787 h 219075"/>
                  <a:gd name="connsiteX5" fmla="*/ 1073150 w 1771650"/>
                  <a:gd name="connsiteY5" fmla="*/ 3175 h 219075"/>
                  <a:gd name="connsiteX6" fmla="*/ 1280319 w 1771650"/>
                  <a:gd name="connsiteY6" fmla="*/ 193675 h 219075"/>
                  <a:gd name="connsiteX7" fmla="*/ 1517650 w 1771650"/>
                  <a:gd name="connsiteY7" fmla="*/ 3175 h 219075"/>
                  <a:gd name="connsiteX8" fmla="*/ 1771650 w 1771650"/>
                  <a:gd name="connsiteY8" fmla="*/ 184150 h 219075"/>
                  <a:gd name="connsiteX0" fmla="*/ 0 w 1726406"/>
                  <a:gd name="connsiteY0" fmla="*/ 219075 h 219075"/>
                  <a:gd name="connsiteX1" fmla="*/ 209550 w 1726406"/>
                  <a:gd name="connsiteY1" fmla="*/ 0 h 219075"/>
                  <a:gd name="connsiteX2" fmla="*/ 419100 w 1726406"/>
                  <a:gd name="connsiteY2" fmla="*/ 200025 h 219075"/>
                  <a:gd name="connsiteX3" fmla="*/ 647700 w 1726406"/>
                  <a:gd name="connsiteY3" fmla="*/ 0 h 219075"/>
                  <a:gd name="connsiteX4" fmla="*/ 838200 w 1726406"/>
                  <a:gd name="connsiteY4" fmla="*/ 204787 h 219075"/>
                  <a:gd name="connsiteX5" fmla="*/ 1073150 w 1726406"/>
                  <a:gd name="connsiteY5" fmla="*/ 3175 h 219075"/>
                  <a:gd name="connsiteX6" fmla="*/ 1280319 w 1726406"/>
                  <a:gd name="connsiteY6" fmla="*/ 193675 h 219075"/>
                  <a:gd name="connsiteX7" fmla="*/ 1517650 w 1726406"/>
                  <a:gd name="connsiteY7" fmla="*/ 3175 h 219075"/>
                  <a:gd name="connsiteX8" fmla="*/ 1726406 w 1726406"/>
                  <a:gd name="connsiteY8" fmla="*/ 205581 h 219075"/>
                  <a:gd name="connsiteX0" fmla="*/ 0 w 1747837"/>
                  <a:gd name="connsiteY0" fmla="*/ 219075 h 219075"/>
                  <a:gd name="connsiteX1" fmla="*/ 209550 w 1747837"/>
                  <a:gd name="connsiteY1" fmla="*/ 0 h 219075"/>
                  <a:gd name="connsiteX2" fmla="*/ 419100 w 1747837"/>
                  <a:gd name="connsiteY2" fmla="*/ 200025 h 219075"/>
                  <a:gd name="connsiteX3" fmla="*/ 647700 w 1747837"/>
                  <a:gd name="connsiteY3" fmla="*/ 0 h 219075"/>
                  <a:gd name="connsiteX4" fmla="*/ 838200 w 1747837"/>
                  <a:gd name="connsiteY4" fmla="*/ 204787 h 219075"/>
                  <a:gd name="connsiteX5" fmla="*/ 1073150 w 1747837"/>
                  <a:gd name="connsiteY5" fmla="*/ 3175 h 219075"/>
                  <a:gd name="connsiteX6" fmla="*/ 1280319 w 1747837"/>
                  <a:gd name="connsiteY6" fmla="*/ 193675 h 219075"/>
                  <a:gd name="connsiteX7" fmla="*/ 1517650 w 1747837"/>
                  <a:gd name="connsiteY7" fmla="*/ 3175 h 219075"/>
                  <a:gd name="connsiteX8" fmla="*/ 1747837 w 1747837"/>
                  <a:gd name="connsiteY8" fmla="*/ 210344 h 219075"/>
                  <a:gd name="connsiteX0" fmla="*/ 0 w 1747837"/>
                  <a:gd name="connsiteY0" fmla="*/ 219075 h 219075"/>
                  <a:gd name="connsiteX1" fmla="*/ 209550 w 1747837"/>
                  <a:gd name="connsiteY1" fmla="*/ 0 h 219075"/>
                  <a:gd name="connsiteX2" fmla="*/ 400050 w 1747837"/>
                  <a:gd name="connsiteY2" fmla="*/ 197644 h 219075"/>
                  <a:gd name="connsiteX3" fmla="*/ 647700 w 1747837"/>
                  <a:gd name="connsiteY3" fmla="*/ 0 h 219075"/>
                  <a:gd name="connsiteX4" fmla="*/ 838200 w 1747837"/>
                  <a:gd name="connsiteY4" fmla="*/ 204787 h 219075"/>
                  <a:gd name="connsiteX5" fmla="*/ 1073150 w 1747837"/>
                  <a:gd name="connsiteY5" fmla="*/ 3175 h 219075"/>
                  <a:gd name="connsiteX6" fmla="*/ 1280319 w 1747837"/>
                  <a:gd name="connsiteY6" fmla="*/ 193675 h 219075"/>
                  <a:gd name="connsiteX7" fmla="*/ 1517650 w 1747837"/>
                  <a:gd name="connsiteY7" fmla="*/ 3175 h 219075"/>
                  <a:gd name="connsiteX8" fmla="*/ 1747837 w 1747837"/>
                  <a:gd name="connsiteY8" fmla="*/ 210344 h 219075"/>
                  <a:gd name="connsiteX0" fmla="*/ 0 w 1747837"/>
                  <a:gd name="connsiteY0" fmla="*/ 221456 h 221456"/>
                  <a:gd name="connsiteX1" fmla="*/ 209550 w 1747837"/>
                  <a:gd name="connsiteY1" fmla="*/ 2381 h 221456"/>
                  <a:gd name="connsiteX2" fmla="*/ 400050 w 1747837"/>
                  <a:gd name="connsiteY2" fmla="*/ 200025 h 221456"/>
                  <a:gd name="connsiteX3" fmla="*/ 592931 w 1747837"/>
                  <a:gd name="connsiteY3" fmla="*/ 0 h 221456"/>
                  <a:gd name="connsiteX4" fmla="*/ 838200 w 1747837"/>
                  <a:gd name="connsiteY4" fmla="*/ 207168 h 221456"/>
                  <a:gd name="connsiteX5" fmla="*/ 1073150 w 1747837"/>
                  <a:gd name="connsiteY5" fmla="*/ 5556 h 221456"/>
                  <a:gd name="connsiteX6" fmla="*/ 1280319 w 1747837"/>
                  <a:gd name="connsiteY6" fmla="*/ 196056 h 221456"/>
                  <a:gd name="connsiteX7" fmla="*/ 1517650 w 1747837"/>
                  <a:gd name="connsiteY7" fmla="*/ 5556 h 221456"/>
                  <a:gd name="connsiteX8" fmla="*/ 1747837 w 1747837"/>
                  <a:gd name="connsiteY8" fmla="*/ 212725 h 221456"/>
                  <a:gd name="connsiteX0" fmla="*/ 0 w 1747837"/>
                  <a:gd name="connsiteY0" fmla="*/ 221456 h 221456"/>
                  <a:gd name="connsiteX1" fmla="*/ 209550 w 1747837"/>
                  <a:gd name="connsiteY1" fmla="*/ 2381 h 221456"/>
                  <a:gd name="connsiteX2" fmla="*/ 400050 w 1747837"/>
                  <a:gd name="connsiteY2" fmla="*/ 200025 h 221456"/>
                  <a:gd name="connsiteX3" fmla="*/ 583406 w 1747837"/>
                  <a:gd name="connsiteY3" fmla="*/ 0 h 221456"/>
                  <a:gd name="connsiteX4" fmla="*/ 838200 w 1747837"/>
                  <a:gd name="connsiteY4" fmla="*/ 207168 h 221456"/>
                  <a:gd name="connsiteX5" fmla="*/ 1073150 w 1747837"/>
                  <a:gd name="connsiteY5" fmla="*/ 5556 h 221456"/>
                  <a:gd name="connsiteX6" fmla="*/ 1280319 w 1747837"/>
                  <a:gd name="connsiteY6" fmla="*/ 196056 h 221456"/>
                  <a:gd name="connsiteX7" fmla="*/ 1517650 w 1747837"/>
                  <a:gd name="connsiteY7" fmla="*/ 5556 h 221456"/>
                  <a:gd name="connsiteX8" fmla="*/ 1747837 w 1747837"/>
                  <a:gd name="connsiteY8" fmla="*/ 212725 h 221456"/>
                  <a:gd name="connsiteX0" fmla="*/ 0 w 1747837"/>
                  <a:gd name="connsiteY0" fmla="*/ 221456 h 221456"/>
                  <a:gd name="connsiteX1" fmla="*/ 209550 w 1747837"/>
                  <a:gd name="connsiteY1" fmla="*/ 2381 h 221456"/>
                  <a:gd name="connsiteX2" fmla="*/ 400050 w 1747837"/>
                  <a:gd name="connsiteY2" fmla="*/ 200025 h 221456"/>
                  <a:gd name="connsiteX3" fmla="*/ 590550 w 1747837"/>
                  <a:gd name="connsiteY3" fmla="*/ 0 h 221456"/>
                  <a:gd name="connsiteX4" fmla="*/ 838200 w 1747837"/>
                  <a:gd name="connsiteY4" fmla="*/ 207168 h 221456"/>
                  <a:gd name="connsiteX5" fmla="*/ 1073150 w 1747837"/>
                  <a:gd name="connsiteY5" fmla="*/ 5556 h 221456"/>
                  <a:gd name="connsiteX6" fmla="*/ 1280319 w 1747837"/>
                  <a:gd name="connsiteY6" fmla="*/ 196056 h 221456"/>
                  <a:gd name="connsiteX7" fmla="*/ 1517650 w 1747837"/>
                  <a:gd name="connsiteY7" fmla="*/ 5556 h 221456"/>
                  <a:gd name="connsiteX8" fmla="*/ 1747837 w 1747837"/>
                  <a:gd name="connsiteY8" fmla="*/ 212725 h 221456"/>
                  <a:gd name="connsiteX0" fmla="*/ 0 w 1747837"/>
                  <a:gd name="connsiteY0" fmla="*/ 221456 h 221456"/>
                  <a:gd name="connsiteX1" fmla="*/ 209550 w 1747837"/>
                  <a:gd name="connsiteY1" fmla="*/ 2381 h 221456"/>
                  <a:gd name="connsiteX2" fmla="*/ 400050 w 1747837"/>
                  <a:gd name="connsiteY2" fmla="*/ 200025 h 221456"/>
                  <a:gd name="connsiteX3" fmla="*/ 590550 w 1747837"/>
                  <a:gd name="connsiteY3" fmla="*/ 0 h 221456"/>
                  <a:gd name="connsiteX4" fmla="*/ 773907 w 1747837"/>
                  <a:gd name="connsiteY4" fmla="*/ 204786 h 221456"/>
                  <a:gd name="connsiteX5" fmla="*/ 1073150 w 1747837"/>
                  <a:gd name="connsiteY5" fmla="*/ 5556 h 221456"/>
                  <a:gd name="connsiteX6" fmla="*/ 1280319 w 1747837"/>
                  <a:gd name="connsiteY6" fmla="*/ 196056 h 221456"/>
                  <a:gd name="connsiteX7" fmla="*/ 1517650 w 1747837"/>
                  <a:gd name="connsiteY7" fmla="*/ 5556 h 221456"/>
                  <a:gd name="connsiteX8" fmla="*/ 1747837 w 1747837"/>
                  <a:gd name="connsiteY8" fmla="*/ 212725 h 221456"/>
                  <a:gd name="connsiteX0" fmla="*/ 0 w 1747837"/>
                  <a:gd name="connsiteY0" fmla="*/ 221456 h 221456"/>
                  <a:gd name="connsiteX1" fmla="*/ 209550 w 1747837"/>
                  <a:gd name="connsiteY1" fmla="*/ 2381 h 221456"/>
                  <a:gd name="connsiteX2" fmla="*/ 400050 w 1747837"/>
                  <a:gd name="connsiteY2" fmla="*/ 200025 h 221456"/>
                  <a:gd name="connsiteX3" fmla="*/ 590550 w 1747837"/>
                  <a:gd name="connsiteY3" fmla="*/ 0 h 221456"/>
                  <a:gd name="connsiteX4" fmla="*/ 781051 w 1747837"/>
                  <a:gd name="connsiteY4" fmla="*/ 204786 h 221456"/>
                  <a:gd name="connsiteX5" fmla="*/ 1073150 w 1747837"/>
                  <a:gd name="connsiteY5" fmla="*/ 5556 h 221456"/>
                  <a:gd name="connsiteX6" fmla="*/ 1280319 w 1747837"/>
                  <a:gd name="connsiteY6" fmla="*/ 196056 h 221456"/>
                  <a:gd name="connsiteX7" fmla="*/ 1517650 w 1747837"/>
                  <a:gd name="connsiteY7" fmla="*/ 5556 h 221456"/>
                  <a:gd name="connsiteX8" fmla="*/ 1747837 w 1747837"/>
                  <a:gd name="connsiteY8" fmla="*/ 212725 h 221456"/>
                  <a:gd name="connsiteX0" fmla="*/ 0 w 1747837"/>
                  <a:gd name="connsiteY0" fmla="*/ 225425 h 225425"/>
                  <a:gd name="connsiteX1" fmla="*/ 209550 w 1747837"/>
                  <a:gd name="connsiteY1" fmla="*/ 6350 h 225425"/>
                  <a:gd name="connsiteX2" fmla="*/ 400050 w 1747837"/>
                  <a:gd name="connsiteY2" fmla="*/ 203994 h 225425"/>
                  <a:gd name="connsiteX3" fmla="*/ 590550 w 1747837"/>
                  <a:gd name="connsiteY3" fmla="*/ 3969 h 225425"/>
                  <a:gd name="connsiteX4" fmla="*/ 781051 w 1747837"/>
                  <a:gd name="connsiteY4" fmla="*/ 208755 h 225425"/>
                  <a:gd name="connsiteX5" fmla="*/ 970757 w 1747837"/>
                  <a:gd name="connsiteY5" fmla="*/ 0 h 225425"/>
                  <a:gd name="connsiteX6" fmla="*/ 1280319 w 1747837"/>
                  <a:gd name="connsiteY6" fmla="*/ 200025 h 225425"/>
                  <a:gd name="connsiteX7" fmla="*/ 1517650 w 1747837"/>
                  <a:gd name="connsiteY7" fmla="*/ 9525 h 225425"/>
                  <a:gd name="connsiteX8" fmla="*/ 1747837 w 1747837"/>
                  <a:gd name="connsiteY8" fmla="*/ 216694 h 225425"/>
                  <a:gd name="connsiteX0" fmla="*/ 0 w 1747837"/>
                  <a:gd name="connsiteY0" fmla="*/ 223044 h 223044"/>
                  <a:gd name="connsiteX1" fmla="*/ 209550 w 1747837"/>
                  <a:gd name="connsiteY1" fmla="*/ 3969 h 223044"/>
                  <a:gd name="connsiteX2" fmla="*/ 400050 w 1747837"/>
                  <a:gd name="connsiteY2" fmla="*/ 201613 h 223044"/>
                  <a:gd name="connsiteX3" fmla="*/ 590550 w 1747837"/>
                  <a:gd name="connsiteY3" fmla="*/ 1588 h 223044"/>
                  <a:gd name="connsiteX4" fmla="*/ 781051 w 1747837"/>
                  <a:gd name="connsiteY4" fmla="*/ 206374 h 223044"/>
                  <a:gd name="connsiteX5" fmla="*/ 954088 w 1747837"/>
                  <a:gd name="connsiteY5" fmla="*/ 0 h 223044"/>
                  <a:gd name="connsiteX6" fmla="*/ 1280319 w 1747837"/>
                  <a:gd name="connsiteY6" fmla="*/ 197644 h 223044"/>
                  <a:gd name="connsiteX7" fmla="*/ 1517650 w 1747837"/>
                  <a:gd name="connsiteY7" fmla="*/ 7144 h 223044"/>
                  <a:gd name="connsiteX8" fmla="*/ 1747837 w 1747837"/>
                  <a:gd name="connsiteY8" fmla="*/ 214313 h 223044"/>
                  <a:gd name="connsiteX0" fmla="*/ 0 w 1747837"/>
                  <a:gd name="connsiteY0" fmla="*/ 223044 h 223044"/>
                  <a:gd name="connsiteX1" fmla="*/ 209550 w 1747837"/>
                  <a:gd name="connsiteY1" fmla="*/ 3969 h 223044"/>
                  <a:gd name="connsiteX2" fmla="*/ 400050 w 1747837"/>
                  <a:gd name="connsiteY2" fmla="*/ 201613 h 223044"/>
                  <a:gd name="connsiteX3" fmla="*/ 590550 w 1747837"/>
                  <a:gd name="connsiteY3" fmla="*/ 1588 h 223044"/>
                  <a:gd name="connsiteX4" fmla="*/ 781051 w 1747837"/>
                  <a:gd name="connsiteY4" fmla="*/ 206374 h 223044"/>
                  <a:gd name="connsiteX5" fmla="*/ 961231 w 1747837"/>
                  <a:gd name="connsiteY5" fmla="*/ 0 h 223044"/>
                  <a:gd name="connsiteX6" fmla="*/ 1280319 w 1747837"/>
                  <a:gd name="connsiteY6" fmla="*/ 197644 h 223044"/>
                  <a:gd name="connsiteX7" fmla="*/ 1517650 w 1747837"/>
                  <a:gd name="connsiteY7" fmla="*/ 7144 h 223044"/>
                  <a:gd name="connsiteX8" fmla="*/ 1747837 w 1747837"/>
                  <a:gd name="connsiteY8" fmla="*/ 214313 h 223044"/>
                  <a:gd name="connsiteX0" fmla="*/ 0 w 1747837"/>
                  <a:gd name="connsiteY0" fmla="*/ 223044 h 223044"/>
                  <a:gd name="connsiteX1" fmla="*/ 209550 w 1747837"/>
                  <a:gd name="connsiteY1" fmla="*/ 3969 h 223044"/>
                  <a:gd name="connsiteX2" fmla="*/ 400050 w 1747837"/>
                  <a:gd name="connsiteY2" fmla="*/ 201613 h 223044"/>
                  <a:gd name="connsiteX3" fmla="*/ 590550 w 1747837"/>
                  <a:gd name="connsiteY3" fmla="*/ 1588 h 223044"/>
                  <a:gd name="connsiteX4" fmla="*/ 781051 w 1747837"/>
                  <a:gd name="connsiteY4" fmla="*/ 206374 h 223044"/>
                  <a:gd name="connsiteX5" fmla="*/ 970756 w 1747837"/>
                  <a:gd name="connsiteY5" fmla="*/ 0 h 223044"/>
                  <a:gd name="connsiteX6" fmla="*/ 1280319 w 1747837"/>
                  <a:gd name="connsiteY6" fmla="*/ 197644 h 223044"/>
                  <a:gd name="connsiteX7" fmla="*/ 1517650 w 1747837"/>
                  <a:gd name="connsiteY7" fmla="*/ 7144 h 223044"/>
                  <a:gd name="connsiteX8" fmla="*/ 1747837 w 1747837"/>
                  <a:gd name="connsiteY8" fmla="*/ 214313 h 223044"/>
                  <a:gd name="connsiteX0" fmla="*/ 0 w 1747837"/>
                  <a:gd name="connsiteY0" fmla="*/ 223044 h 223044"/>
                  <a:gd name="connsiteX1" fmla="*/ 209550 w 1747837"/>
                  <a:gd name="connsiteY1" fmla="*/ 3969 h 223044"/>
                  <a:gd name="connsiteX2" fmla="*/ 400050 w 1747837"/>
                  <a:gd name="connsiteY2" fmla="*/ 201613 h 223044"/>
                  <a:gd name="connsiteX3" fmla="*/ 590550 w 1747837"/>
                  <a:gd name="connsiteY3" fmla="*/ 1588 h 223044"/>
                  <a:gd name="connsiteX4" fmla="*/ 781051 w 1747837"/>
                  <a:gd name="connsiteY4" fmla="*/ 206374 h 223044"/>
                  <a:gd name="connsiteX5" fmla="*/ 970756 w 1747837"/>
                  <a:gd name="connsiteY5" fmla="*/ 0 h 223044"/>
                  <a:gd name="connsiteX6" fmla="*/ 1172369 w 1747837"/>
                  <a:gd name="connsiteY6" fmla="*/ 194469 h 223044"/>
                  <a:gd name="connsiteX7" fmla="*/ 1517650 w 1747837"/>
                  <a:gd name="connsiteY7" fmla="*/ 7144 h 223044"/>
                  <a:gd name="connsiteX8" fmla="*/ 1747837 w 1747837"/>
                  <a:gd name="connsiteY8" fmla="*/ 214313 h 223044"/>
                  <a:gd name="connsiteX0" fmla="*/ 0 w 1747837"/>
                  <a:gd name="connsiteY0" fmla="*/ 223044 h 223044"/>
                  <a:gd name="connsiteX1" fmla="*/ 209550 w 1747837"/>
                  <a:gd name="connsiteY1" fmla="*/ 3969 h 223044"/>
                  <a:gd name="connsiteX2" fmla="*/ 400050 w 1747837"/>
                  <a:gd name="connsiteY2" fmla="*/ 201613 h 223044"/>
                  <a:gd name="connsiteX3" fmla="*/ 590550 w 1747837"/>
                  <a:gd name="connsiteY3" fmla="*/ 1588 h 223044"/>
                  <a:gd name="connsiteX4" fmla="*/ 781051 w 1747837"/>
                  <a:gd name="connsiteY4" fmla="*/ 206374 h 223044"/>
                  <a:gd name="connsiteX5" fmla="*/ 970756 w 1747837"/>
                  <a:gd name="connsiteY5" fmla="*/ 0 h 223044"/>
                  <a:gd name="connsiteX6" fmla="*/ 1159669 w 1747837"/>
                  <a:gd name="connsiteY6" fmla="*/ 210344 h 223044"/>
                  <a:gd name="connsiteX7" fmla="*/ 1517650 w 1747837"/>
                  <a:gd name="connsiteY7" fmla="*/ 7144 h 223044"/>
                  <a:gd name="connsiteX8" fmla="*/ 1747837 w 1747837"/>
                  <a:gd name="connsiteY8" fmla="*/ 214313 h 223044"/>
                  <a:gd name="connsiteX0" fmla="*/ 0 w 1747837"/>
                  <a:gd name="connsiteY0" fmla="*/ 223044 h 223044"/>
                  <a:gd name="connsiteX1" fmla="*/ 209550 w 1747837"/>
                  <a:gd name="connsiteY1" fmla="*/ 3969 h 223044"/>
                  <a:gd name="connsiteX2" fmla="*/ 400050 w 1747837"/>
                  <a:gd name="connsiteY2" fmla="*/ 201613 h 223044"/>
                  <a:gd name="connsiteX3" fmla="*/ 590550 w 1747837"/>
                  <a:gd name="connsiteY3" fmla="*/ 1588 h 223044"/>
                  <a:gd name="connsiteX4" fmla="*/ 781051 w 1747837"/>
                  <a:gd name="connsiteY4" fmla="*/ 206374 h 223044"/>
                  <a:gd name="connsiteX5" fmla="*/ 970756 w 1747837"/>
                  <a:gd name="connsiteY5" fmla="*/ 0 h 223044"/>
                  <a:gd name="connsiteX6" fmla="*/ 1166019 w 1747837"/>
                  <a:gd name="connsiteY6" fmla="*/ 197644 h 223044"/>
                  <a:gd name="connsiteX7" fmla="*/ 1517650 w 1747837"/>
                  <a:gd name="connsiteY7" fmla="*/ 7144 h 223044"/>
                  <a:gd name="connsiteX8" fmla="*/ 1747837 w 1747837"/>
                  <a:gd name="connsiteY8" fmla="*/ 214313 h 223044"/>
                  <a:gd name="connsiteX0" fmla="*/ 0 w 1747837"/>
                  <a:gd name="connsiteY0" fmla="*/ 247650 h 247650"/>
                  <a:gd name="connsiteX1" fmla="*/ 209550 w 1747837"/>
                  <a:gd name="connsiteY1" fmla="*/ 28575 h 247650"/>
                  <a:gd name="connsiteX2" fmla="*/ 400050 w 1747837"/>
                  <a:gd name="connsiteY2" fmla="*/ 226219 h 247650"/>
                  <a:gd name="connsiteX3" fmla="*/ 590550 w 1747837"/>
                  <a:gd name="connsiteY3" fmla="*/ 26194 h 247650"/>
                  <a:gd name="connsiteX4" fmla="*/ 781051 w 1747837"/>
                  <a:gd name="connsiteY4" fmla="*/ 230980 h 247650"/>
                  <a:gd name="connsiteX5" fmla="*/ 970756 w 1747837"/>
                  <a:gd name="connsiteY5" fmla="*/ 24606 h 247650"/>
                  <a:gd name="connsiteX6" fmla="*/ 1166019 w 1747837"/>
                  <a:gd name="connsiteY6" fmla="*/ 222250 h 247650"/>
                  <a:gd name="connsiteX7" fmla="*/ 1355725 w 1747837"/>
                  <a:gd name="connsiteY7" fmla="*/ 0 h 247650"/>
                  <a:gd name="connsiteX8" fmla="*/ 1747837 w 1747837"/>
                  <a:gd name="connsiteY8" fmla="*/ 238919 h 247650"/>
                  <a:gd name="connsiteX0" fmla="*/ 0 w 1747837"/>
                  <a:gd name="connsiteY0" fmla="*/ 231775 h 231775"/>
                  <a:gd name="connsiteX1" fmla="*/ 209550 w 1747837"/>
                  <a:gd name="connsiteY1" fmla="*/ 12700 h 231775"/>
                  <a:gd name="connsiteX2" fmla="*/ 400050 w 1747837"/>
                  <a:gd name="connsiteY2" fmla="*/ 210344 h 231775"/>
                  <a:gd name="connsiteX3" fmla="*/ 590550 w 1747837"/>
                  <a:gd name="connsiteY3" fmla="*/ 10319 h 231775"/>
                  <a:gd name="connsiteX4" fmla="*/ 781051 w 1747837"/>
                  <a:gd name="connsiteY4" fmla="*/ 215105 h 231775"/>
                  <a:gd name="connsiteX5" fmla="*/ 970756 w 1747837"/>
                  <a:gd name="connsiteY5" fmla="*/ 8731 h 231775"/>
                  <a:gd name="connsiteX6" fmla="*/ 1166019 w 1747837"/>
                  <a:gd name="connsiteY6" fmla="*/ 206375 h 231775"/>
                  <a:gd name="connsiteX7" fmla="*/ 1355725 w 1747837"/>
                  <a:gd name="connsiteY7" fmla="*/ 0 h 231775"/>
                  <a:gd name="connsiteX8" fmla="*/ 1747837 w 1747837"/>
                  <a:gd name="connsiteY8" fmla="*/ 223044 h 231775"/>
                  <a:gd name="connsiteX0" fmla="*/ 0 w 1747837"/>
                  <a:gd name="connsiteY0" fmla="*/ 228600 h 228600"/>
                  <a:gd name="connsiteX1" fmla="*/ 209550 w 1747837"/>
                  <a:gd name="connsiteY1" fmla="*/ 9525 h 228600"/>
                  <a:gd name="connsiteX2" fmla="*/ 400050 w 1747837"/>
                  <a:gd name="connsiteY2" fmla="*/ 207169 h 228600"/>
                  <a:gd name="connsiteX3" fmla="*/ 590550 w 1747837"/>
                  <a:gd name="connsiteY3" fmla="*/ 7144 h 228600"/>
                  <a:gd name="connsiteX4" fmla="*/ 781051 w 1747837"/>
                  <a:gd name="connsiteY4" fmla="*/ 211930 h 228600"/>
                  <a:gd name="connsiteX5" fmla="*/ 970756 w 1747837"/>
                  <a:gd name="connsiteY5" fmla="*/ 5556 h 228600"/>
                  <a:gd name="connsiteX6" fmla="*/ 1166019 w 1747837"/>
                  <a:gd name="connsiteY6" fmla="*/ 203200 h 228600"/>
                  <a:gd name="connsiteX7" fmla="*/ 1346200 w 1747837"/>
                  <a:gd name="connsiteY7" fmla="*/ 0 h 228600"/>
                  <a:gd name="connsiteX8" fmla="*/ 1747837 w 1747837"/>
                  <a:gd name="connsiteY8" fmla="*/ 219869 h 228600"/>
                  <a:gd name="connsiteX0" fmla="*/ 0 w 1747837"/>
                  <a:gd name="connsiteY0" fmla="*/ 225425 h 225425"/>
                  <a:gd name="connsiteX1" fmla="*/ 209550 w 1747837"/>
                  <a:gd name="connsiteY1" fmla="*/ 6350 h 225425"/>
                  <a:gd name="connsiteX2" fmla="*/ 400050 w 1747837"/>
                  <a:gd name="connsiteY2" fmla="*/ 203994 h 225425"/>
                  <a:gd name="connsiteX3" fmla="*/ 590550 w 1747837"/>
                  <a:gd name="connsiteY3" fmla="*/ 3969 h 225425"/>
                  <a:gd name="connsiteX4" fmla="*/ 781051 w 1747837"/>
                  <a:gd name="connsiteY4" fmla="*/ 208755 h 225425"/>
                  <a:gd name="connsiteX5" fmla="*/ 970756 w 1747837"/>
                  <a:gd name="connsiteY5" fmla="*/ 2381 h 225425"/>
                  <a:gd name="connsiteX6" fmla="*/ 1166019 w 1747837"/>
                  <a:gd name="connsiteY6" fmla="*/ 200025 h 225425"/>
                  <a:gd name="connsiteX7" fmla="*/ 1355725 w 1747837"/>
                  <a:gd name="connsiteY7" fmla="*/ 0 h 225425"/>
                  <a:gd name="connsiteX8" fmla="*/ 1747837 w 1747837"/>
                  <a:gd name="connsiteY8" fmla="*/ 216694 h 225425"/>
                  <a:gd name="connsiteX0" fmla="*/ 0 w 1563687"/>
                  <a:gd name="connsiteY0" fmla="*/ 225425 h 225425"/>
                  <a:gd name="connsiteX1" fmla="*/ 209550 w 1563687"/>
                  <a:gd name="connsiteY1" fmla="*/ 6350 h 225425"/>
                  <a:gd name="connsiteX2" fmla="*/ 400050 w 1563687"/>
                  <a:gd name="connsiteY2" fmla="*/ 203994 h 225425"/>
                  <a:gd name="connsiteX3" fmla="*/ 590550 w 1563687"/>
                  <a:gd name="connsiteY3" fmla="*/ 3969 h 225425"/>
                  <a:gd name="connsiteX4" fmla="*/ 781051 w 1563687"/>
                  <a:gd name="connsiteY4" fmla="*/ 208755 h 225425"/>
                  <a:gd name="connsiteX5" fmla="*/ 970756 w 1563687"/>
                  <a:gd name="connsiteY5" fmla="*/ 2381 h 225425"/>
                  <a:gd name="connsiteX6" fmla="*/ 1166019 w 1563687"/>
                  <a:gd name="connsiteY6" fmla="*/ 200025 h 225425"/>
                  <a:gd name="connsiteX7" fmla="*/ 1355725 w 1563687"/>
                  <a:gd name="connsiteY7" fmla="*/ 0 h 225425"/>
                  <a:gd name="connsiteX8" fmla="*/ 1563687 w 1563687"/>
                  <a:gd name="connsiteY8" fmla="*/ 216694 h 225425"/>
                  <a:gd name="connsiteX0" fmla="*/ 0 w 1563687"/>
                  <a:gd name="connsiteY0" fmla="*/ 225425 h 225425"/>
                  <a:gd name="connsiteX1" fmla="*/ 209550 w 1563687"/>
                  <a:gd name="connsiteY1" fmla="*/ 6350 h 225425"/>
                  <a:gd name="connsiteX2" fmla="*/ 400050 w 1563687"/>
                  <a:gd name="connsiteY2" fmla="*/ 203994 h 225425"/>
                  <a:gd name="connsiteX3" fmla="*/ 590550 w 1563687"/>
                  <a:gd name="connsiteY3" fmla="*/ 3969 h 225425"/>
                  <a:gd name="connsiteX4" fmla="*/ 781051 w 1563687"/>
                  <a:gd name="connsiteY4" fmla="*/ 208755 h 225425"/>
                  <a:gd name="connsiteX5" fmla="*/ 970756 w 1563687"/>
                  <a:gd name="connsiteY5" fmla="*/ 2381 h 225425"/>
                  <a:gd name="connsiteX6" fmla="*/ 1166019 w 1563687"/>
                  <a:gd name="connsiteY6" fmla="*/ 200025 h 225425"/>
                  <a:gd name="connsiteX7" fmla="*/ 1355725 w 1563687"/>
                  <a:gd name="connsiteY7" fmla="*/ 0 h 225425"/>
                  <a:gd name="connsiteX8" fmla="*/ 1563687 w 1563687"/>
                  <a:gd name="connsiteY8" fmla="*/ 216694 h 225425"/>
                  <a:gd name="connsiteX0" fmla="*/ 0 w 1563687"/>
                  <a:gd name="connsiteY0" fmla="*/ 225425 h 225425"/>
                  <a:gd name="connsiteX1" fmla="*/ 209550 w 1563687"/>
                  <a:gd name="connsiteY1" fmla="*/ 6350 h 225425"/>
                  <a:gd name="connsiteX2" fmla="*/ 400050 w 1563687"/>
                  <a:gd name="connsiteY2" fmla="*/ 203994 h 225425"/>
                  <a:gd name="connsiteX3" fmla="*/ 590550 w 1563687"/>
                  <a:gd name="connsiteY3" fmla="*/ 3969 h 225425"/>
                  <a:gd name="connsiteX4" fmla="*/ 781051 w 1563687"/>
                  <a:gd name="connsiteY4" fmla="*/ 208755 h 225425"/>
                  <a:gd name="connsiteX5" fmla="*/ 970756 w 1563687"/>
                  <a:gd name="connsiteY5" fmla="*/ 2381 h 225425"/>
                  <a:gd name="connsiteX6" fmla="*/ 1166019 w 1563687"/>
                  <a:gd name="connsiteY6" fmla="*/ 200025 h 225425"/>
                  <a:gd name="connsiteX7" fmla="*/ 1355725 w 1563687"/>
                  <a:gd name="connsiteY7" fmla="*/ 0 h 225425"/>
                  <a:gd name="connsiteX8" fmla="*/ 1563687 w 1563687"/>
                  <a:gd name="connsiteY8" fmla="*/ 216694 h 225425"/>
                  <a:gd name="connsiteX0" fmla="*/ 0 w 1563687"/>
                  <a:gd name="connsiteY0" fmla="*/ 225425 h 225425"/>
                  <a:gd name="connsiteX1" fmla="*/ 209550 w 1563687"/>
                  <a:gd name="connsiteY1" fmla="*/ 6350 h 225425"/>
                  <a:gd name="connsiteX2" fmla="*/ 400050 w 1563687"/>
                  <a:gd name="connsiteY2" fmla="*/ 203994 h 225425"/>
                  <a:gd name="connsiteX3" fmla="*/ 590550 w 1563687"/>
                  <a:gd name="connsiteY3" fmla="*/ 3969 h 225425"/>
                  <a:gd name="connsiteX4" fmla="*/ 781051 w 1563687"/>
                  <a:gd name="connsiteY4" fmla="*/ 208755 h 225425"/>
                  <a:gd name="connsiteX5" fmla="*/ 970756 w 1563687"/>
                  <a:gd name="connsiteY5" fmla="*/ 2381 h 225425"/>
                  <a:gd name="connsiteX6" fmla="*/ 1166019 w 1563687"/>
                  <a:gd name="connsiteY6" fmla="*/ 200025 h 225425"/>
                  <a:gd name="connsiteX7" fmla="*/ 1355725 w 1563687"/>
                  <a:gd name="connsiteY7" fmla="*/ 0 h 225425"/>
                  <a:gd name="connsiteX8" fmla="*/ 1563687 w 1563687"/>
                  <a:gd name="connsiteY8" fmla="*/ 216694 h 225425"/>
                  <a:gd name="connsiteX0" fmla="*/ 0 w 1563687"/>
                  <a:gd name="connsiteY0" fmla="*/ 225425 h 225425"/>
                  <a:gd name="connsiteX1" fmla="*/ 209550 w 1563687"/>
                  <a:gd name="connsiteY1" fmla="*/ 6350 h 225425"/>
                  <a:gd name="connsiteX2" fmla="*/ 400050 w 1563687"/>
                  <a:gd name="connsiteY2" fmla="*/ 203994 h 225425"/>
                  <a:gd name="connsiteX3" fmla="*/ 590550 w 1563687"/>
                  <a:gd name="connsiteY3" fmla="*/ 3969 h 225425"/>
                  <a:gd name="connsiteX4" fmla="*/ 781051 w 1563687"/>
                  <a:gd name="connsiteY4" fmla="*/ 208755 h 225425"/>
                  <a:gd name="connsiteX5" fmla="*/ 970756 w 1563687"/>
                  <a:gd name="connsiteY5" fmla="*/ 2381 h 225425"/>
                  <a:gd name="connsiteX6" fmla="*/ 1166019 w 1563687"/>
                  <a:gd name="connsiteY6" fmla="*/ 200025 h 225425"/>
                  <a:gd name="connsiteX7" fmla="*/ 1355725 w 1563687"/>
                  <a:gd name="connsiteY7" fmla="*/ 0 h 225425"/>
                  <a:gd name="connsiteX8" fmla="*/ 1563687 w 1563687"/>
                  <a:gd name="connsiteY8" fmla="*/ 216694 h 225425"/>
                  <a:gd name="connsiteX0" fmla="*/ 0 w 1563687"/>
                  <a:gd name="connsiteY0" fmla="*/ 225425 h 225425"/>
                  <a:gd name="connsiteX1" fmla="*/ 209550 w 1563687"/>
                  <a:gd name="connsiteY1" fmla="*/ 6350 h 225425"/>
                  <a:gd name="connsiteX2" fmla="*/ 400050 w 1563687"/>
                  <a:gd name="connsiteY2" fmla="*/ 203994 h 225425"/>
                  <a:gd name="connsiteX3" fmla="*/ 590550 w 1563687"/>
                  <a:gd name="connsiteY3" fmla="*/ 3969 h 225425"/>
                  <a:gd name="connsiteX4" fmla="*/ 781051 w 1563687"/>
                  <a:gd name="connsiteY4" fmla="*/ 208755 h 225425"/>
                  <a:gd name="connsiteX5" fmla="*/ 970756 w 1563687"/>
                  <a:gd name="connsiteY5" fmla="*/ 2381 h 225425"/>
                  <a:gd name="connsiteX6" fmla="*/ 1166019 w 1563687"/>
                  <a:gd name="connsiteY6" fmla="*/ 200025 h 225425"/>
                  <a:gd name="connsiteX7" fmla="*/ 1355725 w 1563687"/>
                  <a:gd name="connsiteY7" fmla="*/ 0 h 225425"/>
                  <a:gd name="connsiteX8" fmla="*/ 1563687 w 1563687"/>
                  <a:gd name="connsiteY8" fmla="*/ 216694 h 225425"/>
                  <a:gd name="connsiteX0" fmla="*/ 0 w 1563687"/>
                  <a:gd name="connsiteY0" fmla="*/ 225425 h 225425"/>
                  <a:gd name="connsiteX1" fmla="*/ 209550 w 1563687"/>
                  <a:gd name="connsiteY1" fmla="*/ 6350 h 225425"/>
                  <a:gd name="connsiteX2" fmla="*/ 400050 w 1563687"/>
                  <a:gd name="connsiteY2" fmla="*/ 203994 h 225425"/>
                  <a:gd name="connsiteX3" fmla="*/ 590550 w 1563687"/>
                  <a:gd name="connsiteY3" fmla="*/ 3969 h 225425"/>
                  <a:gd name="connsiteX4" fmla="*/ 781051 w 1563687"/>
                  <a:gd name="connsiteY4" fmla="*/ 208755 h 225425"/>
                  <a:gd name="connsiteX5" fmla="*/ 970756 w 1563687"/>
                  <a:gd name="connsiteY5" fmla="*/ 2381 h 225425"/>
                  <a:gd name="connsiteX6" fmla="*/ 1166019 w 1563687"/>
                  <a:gd name="connsiteY6" fmla="*/ 200025 h 225425"/>
                  <a:gd name="connsiteX7" fmla="*/ 1355725 w 1563687"/>
                  <a:gd name="connsiteY7" fmla="*/ 0 h 225425"/>
                  <a:gd name="connsiteX8" fmla="*/ 1563687 w 1563687"/>
                  <a:gd name="connsiteY8" fmla="*/ 216694 h 225425"/>
                  <a:gd name="connsiteX0" fmla="*/ 0 w 1563687"/>
                  <a:gd name="connsiteY0" fmla="*/ 225425 h 225425"/>
                  <a:gd name="connsiteX1" fmla="*/ 209550 w 1563687"/>
                  <a:gd name="connsiteY1" fmla="*/ 6350 h 225425"/>
                  <a:gd name="connsiteX2" fmla="*/ 400050 w 1563687"/>
                  <a:gd name="connsiteY2" fmla="*/ 203994 h 225425"/>
                  <a:gd name="connsiteX3" fmla="*/ 590550 w 1563687"/>
                  <a:gd name="connsiteY3" fmla="*/ 3969 h 225425"/>
                  <a:gd name="connsiteX4" fmla="*/ 781051 w 1563687"/>
                  <a:gd name="connsiteY4" fmla="*/ 208755 h 225425"/>
                  <a:gd name="connsiteX5" fmla="*/ 970756 w 1563687"/>
                  <a:gd name="connsiteY5" fmla="*/ 2381 h 225425"/>
                  <a:gd name="connsiteX6" fmla="*/ 1166019 w 1563687"/>
                  <a:gd name="connsiteY6" fmla="*/ 200025 h 225425"/>
                  <a:gd name="connsiteX7" fmla="*/ 1355725 w 1563687"/>
                  <a:gd name="connsiteY7" fmla="*/ 0 h 225425"/>
                  <a:gd name="connsiteX8" fmla="*/ 1563687 w 1563687"/>
                  <a:gd name="connsiteY8" fmla="*/ 216694 h 225425"/>
                  <a:gd name="connsiteX0" fmla="*/ 0 w 1563687"/>
                  <a:gd name="connsiteY0" fmla="*/ 225425 h 225425"/>
                  <a:gd name="connsiteX1" fmla="*/ 209550 w 1563687"/>
                  <a:gd name="connsiteY1" fmla="*/ 6350 h 225425"/>
                  <a:gd name="connsiteX2" fmla="*/ 400050 w 1563687"/>
                  <a:gd name="connsiteY2" fmla="*/ 203994 h 225425"/>
                  <a:gd name="connsiteX3" fmla="*/ 590550 w 1563687"/>
                  <a:gd name="connsiteY3" fmla="*/ 3969 h 225425"/>
                  <a:gd name="connsiteX4" fmla="*/ 781051 w 1563687"/>
                  <a:gd name="connsiteY4" fmla="*/ 208755 h 225425"/>
                  <a:gd name="connsiteX5" fmla="*/ 970756 w 1563687"/>
                  <a:gd name="connsiteY5" fmla="*/ 2381 h 225425"/>
                  <a:gd name="connsiteX6" fmla="*/ 1166019 w 1563687"/>
                  <a:gd name="connsiteY6" fmla="*/ 200025 h 225425"/>
                  <a:gd name="connsiteX7" fmla="*/ 1355725 w 1563687"/>
                  <a:gd name="connsiteY7" fmla="*/ 0 h 225425"/>
                  <a:gd name="connsiteX8" fmla="*/ 1563687 w 1563687"/>
                  <a:gd name="connsiteY8" fmla="*/ 216694 h 225425"/>
                  <a:gd name="connsiteX0" fmla="*/ 0 w 1563687"/>
                  <a:gd name="connsiteY0" fmla="*/ 225425 h 225425"/>
                  <a:gd name="connsiteX1" fmla="*/ 209550 w 1563687"/>
                  <a:gd name="connsiteY1" fmla="*/ 6350 h 225425"/>
                  <a:gd name="connsiteX2" fmla="*/ 400050 w 1563687"/>
                  <a:gd name="connsiteY2" fmla="*/ 203994 h 225425"/>
                  <a:gd name="connsiteX3" fmla="*/ 590550 w 1563687"/>
                  <a:gd name="connsiteY3" fmla="*/ 3969 h 225425"/>
                  <a:gd name="connsiteX4" fmla="*/ 781051 w 1563687"/>
                  <a:gd name="connsiteY4" fmla="*/ 208755 h 225425"/>
                  <a:gd name="connsiteX5" fmla="*/ 970756 w 1563687"/>
                  <a:gd name="connsiteY5" fmla="*/ 2381 h 225425"/>
                  <a:gd name="connsiteX6" fmla="*/ 1166019 w 1563687"/>
                  <a:gd name="connsiteY6" fmla="*/ 200025 h 225425"/>
                  <a:gd name="connsiteX7" fmla="*/ 1355725 w 1563687"/>
                  <a:gd name="connsiteY7" fmla="*/ 0 h 225425"/>
                  <a:gd name="connsiteX8" fmla="*/ 1563687 w 1563687"/>
                  <a:gd name="connsiteY8" fmla="*/ 216694 h 225425"/>
                  <a:gd name="connsiteX0" fmla="*/ 0 w 1563687"/>
                  <a:gd name="connsiteY0" fmla="*/ 225425 h 225425"/>
                  <a:gd name="connsiteX1" fmla="*/ 209550 w 1563687"/>
                  <a:gd name="connsiteY1" fmla="*/ 6350 h 225425"/>
                  <a:gd name="connsiteX2" fmla="*/ 400050 w 1563687"/>
                  <a:gd name="connsiteY2" fmla="*/ 203994 h 225425"/>
                  <a:gd name="connsiteX3" fmla="*/ 590550 w 1563687"/>
                  <a:gd name="connsiteY3" fmla="*/ 3969 h 225425"/>
                  <a:gd name="connsiteX4" fmla="*/ 781051 w 1563687"/>
                  <a:gd name="connsiteY4" fmla="*/ 208755 h 225425"/>
                  <a:gd name="connsiteX5" fmla="*/ 970756 w 1563687"/>
                  <a:gd name="connsiteY5" fmla="*/ 2381 h 225425"/>
                  <a:gd name="connsiteX6" fmla="*/ 1166019 w 1563687"/>
                  <a:gd name="connsiteY6" fmla="*/ 200025 h 225425"/>
                  <a:gd name="connsiteX7" fmla="*/ 1355725 w 1563687"/>
                  <a:gd name="connsiteY7" fmla="*/ 0 h 225425"/>
                  <a:gd name="connsiteX8" fmla="*/ 1563687 w 1563687"/>
                  <a:gd name="connsiteY8" fmla="*/ 216694 h 225425"/>
                  <a:gd name="connsiteX0" fmla="*/ 0 w 1563687"/>
                  <a:gd name="connsiteY0" fmla="*/ 225425 h 225425"/>
                  <a:gd name="connsiteX1" fmla="*/ 209550 w 1563687"/>
                  <a:gd name="connsiteY1" fmla="*/ 6350 h 225425"/>
                  <a:gd name="connsiteX2" fmla="*/ 400050 w 1563687"/>
                  <a:gd name="connsiteY2" fmla="*/ 203994 h 225425"/>
                  <a:gd name="connsiteX3" fmla="*/ 590550 w 1563687"/>
                  <a:gd name="connsiteY3" fmla="*/ 3969 h 225425"/>
                  <a:gd name="connsiteX4" fmla="*/ 781051 w 1563687"/>
                  <a:gd name="connsiteY4" fmla="*/ 208755 h 225425"/>
                  <a:gd name="connsiteX5" fmla="*/ 970756 w 1563687"/>
                  <a:gd name="connsiteY5" fmla="*/ 2381 h 225425"/>
                  <a:gd name="connsiteX6" fmla="*/ 1166019 w 1563687"/>
                  <a:gd name="connsiteY6" fmla="*/ 200025 h 225425"/>
                  <a:gd name="connsiteX7" fmla="*/ 1355725 w 1563687"/>
                  <a:gd name="connsiteY7" fmla="*/ 0 h 225425"/>
                  <a:gd name="connsiteX8" fmla="*/ 1563687 w 1563687"/>
                  <a:gd name="connsiteY8" fmla="*/ 216694 h 225425"/>
                  <a:gd name="connsiteX0" fmla="*/ 0 w 1563687"/>
                  <a:gd name="connsiteY0" fmla="*/ 225425 h 225425"/>
                  <a:gd name="connsiteX1" fmla="*/ 209550 w 1563687"/>
                  <a:gd name="connsiteY1" fmla="*/ 6350 h 225425"/>
                  <a:gd name="connsiteX2" fmla="*/ 400050 w 1563687"/>
                  <a:gd name="connsiteY2" fmla="*/ 203994 h 225425"/>
                  <a:gd name="connsiteX3" fmla="*/ 590550 w 1563687"/>
                  <a:gd name="connsiteY3" fmla="*/ 3969 h 225425"/>
                  <a:gd name="connsiteX4" fmla="*/ 781051 w 1563687"/>
                  <a:gd name="connsiteY4" fmla="*/ 208755 h 225425"/>
                  <a:gd name="connsiteX5" fmla="*/ 970756 w 1563687"/>
                  <a:gd name="connsiteY5" fmla="*/ 2381 h 225425"/>
                  <a:gd name="connsiteX6" fmla="*/ 1166019 w 1563687"/>
                  <a:gd name="connsiteY6" fmla="*/ 200025 h 225425"/>
                  <a:gd name="connsiteX7" fmla="*/ 1355725 w 1563687"/>
                  <a:gd name="connsiteY7" fmla="*/ 0 h 225425"/>
                  <a:gd name="connsiteX8" fmla="*/ 1563687 w 1563687"/>
                  <a:gd name="connsiteY8" fmla="*/ 216694 h 225425"/>
                  <a:gd name="connsiteX0" fmla="*/ 0 w 1563687"/>
                  <a:gd name="connsiteY0" fmla="*/ 225425 h 225425"/>
                  <a:gd name="connsiteX1" fmla="*/ 209550 w 1563687"/>
                  <a:gd name="connsiteY1" fmla="*/ 6350 h 225425"/>
                  <a:gd name="connsiteX2" fmla="*/ 400050 w 1563687"/>
                  <a:gd name="connsiteY2" fmla="*/ 203994 h 225425"/>
                  <a:gd name="connsiteX3" fmla="*/ 590550 w 1563687"/>
                  <a:gd name="connsiteY3" fmla="*/ 3969 h 225425"/>
                  <a:gd name="connsiteX4" fmla="*/ 781051 w 1563687"/>
                  <a:gd name="connsiteY4" fmla="*/ 208755 h 225425"/>
                  <a:gd name="connsiteX5" fmla="*/ 970756 w 1563687"/>
                  <a:gd name="connsiteY5" fmla="*/ 2381 h 225425"/>
                  <a:gd name="connsiteX6" fmla="*/ 1166019 w 1563687"/>
                  <a:gd name="connsiteY6" fmla="*/ 200025 h 225425"/>
                  <a:gd name="connsiteX7" fmla="*/ 1355725 w 1563687"/>
                  <a:gd name="connsiteY7" fmla="*/ 0 h 225425"/>
                  <a:gd name="connsiteX8" fmla="*/ 1563687 w 1563687"/>
                  <a:gd name="connsiteY8" fmla="*/ 216694 h 225425"/>
                  <a:gd name="connsiteX0" fmla="*/ 0 w 1563687"/>
                  <a:gd name="connsiteY0" fmla="*/ 225425 h 225425"/>
                  <a:gd name="connsiteX1" fmla="*/ 209550 w 1563687"/>
                  <a:gd name="connsiteY1" fmla="*/ 6350 h 225425"/>
                  <a:gd name="connsiteX2" fmla="*/ 400050 w 1563687"/>
                  <a:gd name="connsiteY2" fmla="*/ 203994 h 225425"/>
                  <a:gd name="connsiteX3" fmla="*/ 590550 w 1563687"/>
                  <a:gd name="connsiteY3" fmla="*/ 3969 h 225425"/>
                  <a:gd name="connsiteX4" fmla="*/ 781051 w 1563687"/>
                  <a:gd name="connsiteY4" fmla="*/ 208755 h 225425"/>
                  <a:gd name="connsiteX5" fmla="*/ 970756 w 1563687"/>
                  <a:gd name="connsiteY5" fmla="*/ 2381 h 225425"/>
                  <a:gd name="connsiteX6" fmla="*/ 1166019 w 1563687"/>
                  <a:gd name="connsiteY6" fmla="*/ 200025 h 225425"/>
                  <a:gd name="connsiteX7" fmla="*/ 1355725 w 1563687"/>
                  <a:gd name="connsiteY7" fmla="*/ 0 h 225425"/>
                  <a:gd name="connsiteX8" fmla="*/ 1563687 w 1563687"/>
                  <a:gd name="connsiteY8" fmla="*/ 216694 h 225425"/>
                  <a:gd name="connsiteX0" fmla="*/ 0 w 1563687"/>
                  <a:gd name="connsiteY0" fmla="*/ 225425 h 225425"/>
                  <a:gd name="connsiteX1" fmla="*/ 209550 w 1563687"/>
                  <a:gd name="connsiteY1" fmla="*/ 6350 h 225425"/>
                  <a:gd name="connsiteX2" fmla="*/ 400050 w 1563687"/>
                  <a:gd name="connsiteY2" fmla="*/ 203994 h 225425"/>
                  <a:gd name="connsiteX3" fmla="*/ 590550 w 1563687"/>
                  <a:gd name="connsiteY3" fmla="*/ 3969 h 225425"/>
                  <a:gd name="connsiteX4" fmla="*/ 781051 w 1563687"/>
                  <a:gd name="connsiteY4" fmla="*/ 208755 h 225425"/>
                  <a:gd name="connsiteX5" fmla="*/ 970756 w 1563687"/>
                  <a:gd name="connsiteY5" fmla="*/ 2381 h 225425"/>
                  <a:gd name="connsiteX6" fmla="*/ 1166019 w 1563687"/>
                  <a:gd name="connsiteY6" fmla="*/ 200025 h 225425"/>
                  <a:gd name="connsiteX7" fmla="*/ 1355725 w 1563687"/>
                  <a:gd name="connsiteY7" fmla="*/ 0 h 225425"/>
                  <a:gd name="connsiteX8" fmla="*/ 1563687 w 1563687"/>
                  <a:gd name="connsiteY8" fmla="*/ 216694 h 225425"/>
                  <a:gd name="connsiteX0" fmla="*/ 0 w 1563687"/>
                  <a:gd name="connsiteY0" fmla="*/ 225425 h 225425"/>
                  <a:gd name="connsiteX1" fmla="*/ 209550 w 1563687"/>
                  <a:gd name="connsiteY1" fmla="*/ 6350 h 225425"/>
                  <a:gd name="connsiteX2" fmla="*/ 400050 w 1563687"/>
                  <a:gd name="connsiteY2" fmla="*/ 203994 h 225425"/>
                  <a:gd name="connsiteX3" fmla="*/ 590550 w 1563687"/>
                  <a:gd name="connsiteY3" fmla="*/ 3969 h 225425"/>
                  <a:gd name="connsiteX4" fmla="*/ 781051 w 1563687"/>
                  <a:gd name="connsiteY4" fmla="*/ 208755 h 225425"/>
                  <a:gd name="connsiteX5" fmla="*/ 970756 w 1563687"/>
                  <a:gd name="connsiteY5" fmla="*/ 2381 h 225425"/>
                  <a:gd name="connsiteX6" fmla="*/ 1166019 w 1563687"/>
                  <a:gd name="connsiteY6" fmla="*/ 200025 h 225425"/>
                  <a:gd name="connsiteX7" fmla="*/ 1355725 w 1563687"/>
                  <a:gd name="connsiteY7" fmla="*/ 0 h 225425"/>
                  <a:gd name="connsiteX8" fmla="*/ 1563687 w 1563687"/>
                  <a:gd name="connsiteY8" fmla="*/ 216694 h 225425"/>
                  <a:gd name="connsiteX0" fmla="*/ 0 w 1563687"/>
                  <a:gd name="connsiteY0" fmla="*/ 225425 h 225425"/>
                  <a:gd name="connsiteX1" fmla="*/ 209550 w 1563687"/>
                  <a:gd name="connsiteY1" fmla="*/ 6350 h 225425"/>
                  <a:gd name="connsiteX2" fmla="*/ 400050 w 1563687"/>
                  <a:gd name="connsiteY2" fmla="*/ 203994 h 225425"/>
                  <a:gd name="connsiteX3" fmla="*/ 590550 w 1563687"/>
                  <a:gd name="connsiteY3" fmla="*/ 3969 h 225425"/>
                  <a:gd name="connsiteX4" fmla="*/ 781051 w 1563687"/>
                  <a:gd name="connsiteY4" fmla="*/ 208755 h 225425"/>
                  <a:gd name="connsiteX5" fmla="*/ 970756 w 1563687"/>
                  <a:gd name="connsiteY5" fmla="*/ 2381 h 225425"/>
                  <a:gd name="connsiteX6" fmla="*/ 1166019 w 1563687"/>
                  <a:gd name="connsiteY6" fmla="*/ 200025 h 225425"/>
                  <a:gd name="connsiteX7" fmla="*/ 1355725 w 1563687"/>
                  <a:gd name="connsiteY7" fmla="*/ 0 h 225425"/>
                  <a:gd name="connsiteX8" fmla="*/ 1563687 w 1563687"/>
                  <a:gd name="connsiteY8" fmla="*/ 216694 h 225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563687" h="225425">
                    <a:moveTo>
                      <a:pt x="0" y="225425"/>
                    </a:moveTo>
                    <a:cubicBezTo>
                      <a:pt x="8732" y="215900"/>
                      <a:pt x="181769" y="35719"/>
                      <a:pt x="209550" y="6350"/>
                    </a:cubicBezTo>
                    <a:cubicBezTo>
                      <a:pt x="242094" y="41275"/>
                      <a:pt x="355600" y="161926"/>
                      <a:pt x="400050" y="203994"/>
                    </a:cubicBezTo>
                    <a:cubicBezTo>
                      <a:pt x="445294" y="161131"/>
                      <a:pt x="552450" y="46831"/>
                      <a:pt x="590550" y="3969"/>
                    </a:cubicBezTo>
                    <a:cubicBezTo>
                      <a:pt x="634206" y="50800"/>
                      <a:pt x="754064" y="183355"/>
                      <a:pt x="781051" y="208755"/>
                    </a:cubicBezTo>
                    <a:cubicBezTo>
                      <a:pt x="818092" y="173302"/>
                      <a:pt x="907521" y="71172"/>
                      <a:pt x="970756" y="2381"/>
                    </a:cubicBezTo>
                    <a:lnTo>
                      <a:pt x="1166019" y="200025"/>
                    </a:lnTo>
                    <a:lnTo>
                      <a:pt x="1355725" y="0"/>
                    </a:lnTo>
                    <a:lnTo>
                      <a:pt x="1563687" y="216694"/>
                    </a:lnTo>
                  </a:path>
                </a:pathLst>
              </a:custGeom>
              <a:noFill/>
              <a:ln w="38100">
                <a:gradFill flip="none" rotWithShape="1">
                  <a:gsLst>
                    <a:gs pos="0">
                      <a:schemeClr val="accent2"/>
                    </a:gs>
                    <a:gs pos="100000">
                      <a:srgbClr val="FF0000"/>
                    </a:gs>
                  </a:gsLst>
                  <a:lin ang="0" scaled="1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/>
              </a:p>
            </p:txBody>
          </p:sp>
          <p:sp>
            <p:nvSpPr>
              <p:cNvPr id="125" name="Freihandform: Form 124">
                <a:extLst>
                  <a:ext uri="{FF2B5EF4-FFF2-40B4-BE49-F238E27FC236}">
                    <a16:creationId xmlns:a16="http://schemas.microsoft.com/office/drawing/2014/main" id="{6F75F5E2-1767-3548-C686-41F24BF743DB}"/>
                  </a:ext>
                </a:extLst>
              </p:cNvPr>
              <p:cNvSpPr/>
              <p:nvPr/>
            </p:nvSpPr>
            <p:spPr>
              <a:xfrm>
                <a:off x="7762875" y="1989139"/>
                <a:ext cx="1749425" cy="225425"/>
              </a:xfrm>
              <a:custGeom>
                <a:avLst/>
                <a:gdLst>
                  <a:gd name="connsiteX0" fmla="*/ 0 w 3171825"/>
                  <a:gd name="connsiteY0" fmla="*/ 409575 h 409575"/>
                  <a:gd name="connsiteX1" fmla="*/ 400050 w 3171825"/>
                  <a:gd name="connsiteY1" fmla="*/ 0 h 409575"/>
                  <a:gd name="connsiteX2" fmla="*/ 714375 w 3171825"/>
                  <a:gd name="connsiteY2" fmla="*/ 381000 h 409575"/>
                  <a:gd name="connsiteX3" fmla="*/ 1085850 w 3171825"/>
                  <a:gd name="connsiteY3" fmla="*/ 0 h 409575"/>
                  <a:gd name="connsiteX4" fmla="*/ 1543050 w 3171825"/>
                  <a:gd name="connsiteY4" fmla="*/ 381000 h 409575"/>
                  <a:gd name="connsiteX5" fmla="*/ 1933575 w 3171825"/>
                  <a:gd name="connsiteY5" fmla="*/ 76200 h 409575"/>
                  <a:gd name="connsiteX6" fmla="*/ 2343150 w 3171825"/>
                  <a:gd name="connsiteY6" fmla="*/ 381000 h 409575"/>
                  <a:gd name="connsiteX7" fmla="*/ 2743200 w 3171825"/>
                  <a:gd name="connsiteY7" fmla="*/ 38100 h 409575"/>
                  <a:gd name="connsiteX8" fmla="*/ 3171825 w 3171825"/>
                  <a:gd name="connsiteY8" fmla="*/ 0 h 409575"/>
                  <a:gd name="connsiteX0" fmla="*/ 0 w 3171825"/>
                  <a:gd name="connsiteY0" fmla="*/ 409575 h 409575"/>
                  <a:gd name="connsiteX1" fmla="*/ 333375 w 3171825"/>
                  <a:gd name="connsiteY1" fmla="*/ 190500 h 409575"/>
                  <a:gd name="connsiteX2" fmla="*/ 714375 w 3171825"/>
                  <a:gd name="connsiteY2" fmla="*/ 381000 h 409575"/>
                  <a:gd name="connsiteX3" fmla="*/ 1085850 w 3171825"/>
                  <a:gd name="connsiteY3" fmla="*/ 0 h 409575"/>
                  <a:gd name="connsiteX4" fmla="*/ 1543050 w 3171825"/>
                  <a:gd name="connsiteY4" fmla="*/ 381000 h 409575"/>
                  <a:gd name="connsiteX5" fmla="*/ 1933575 w 3171825"/>
                  <a:gd name="connsiteY5" fmla="*/ 76200 h 409575"/>
                  <a:gd name="connsiteX6" fmla="*/ 2343150 w 3171825"/>
                  <a:gd name="connsiteY6" fmla="*/ 381000 h 409575"/>
                  <a:gd name="connsiteX7" fmla="*/ 2743200 w 3171825"/>
                  <a:gd name="connsiteY7" fmla="*/ 38100 h 409575"/>
                  <a:gd name="connsiteX8" fmla="*/ 3171825 w 3171825"/>
                  <a:gd name="connsiteY8" fmla="*/ 0 h 409575"/>
                  <a:gd name="connsiteX0" fmla="*/ 0 w 3171825"/>
                  <a:gd name="connsiteY0" fmla="*/ 409575 h 409575"/>
                  <a:gd name="connsiteX1" fmla="*/ 209550 w 3171825"/>
                  <a:gd name="connsiteY1" fmla="*/ 190500 h 409575"/>
                  <a:gd name="connsiteX2" fmla="*/ 714375 w 3171825"/>
                  <a:gd name="connsiteY2" fmla="*/ 381000 h 409575"/>
                  <a:gd name="connsiteX3" fmla="*/ 1085850 w 3171825"/>
                  <a:gd name="connsiteY3" fmla="*/ 0 h 409575"/>
                  <a:gd name="connsiteX4" fmla="*/ 1543050 w 3171825"/>
                  <a:gd name="connsiteY4" fmla="*/ 381000 h 409575"/>
                  <a:gd name="connsiteX5" fmla="*/ 1933575 w 3171825"/>
                  <a:gd name="connsiteY5" fmla="*/ 76200 h 409575"/>
                  <a:gd name="connsiteX6" fmla="*/ 2343150 w 3171825"/>
                  <a:gd name="connsiteY6" fmla="*/ 381000 h 409575"/>
                  <a:gd name="connsiteX7" fmla="*/ 2743200 w 3171825"/>
                  <a:gd name="connsiteY7" fmla="*/ 38100 h 409575"/>
                  <a:gd name="connsiteX8" fmla="*/ 3171825 w 3171825"/>
                  <a:gd name="connsiteY8" fmla="*/ 0 h 409575"/>
                  <a:gd name="connsiteX0" fmla="*/ 0 w 3171825"/>
                  <a:gd name="connsiteY0" fmla="*/ 409575 h 409575"/>
                  <a:gd name="connsiteX1" fmla="*/ 209550 w 3171825"/>
                  <a:gd name="connsiteY1" fmla="*/ 190500 h 409575"/>
                  <a:gd name="connsiteX2" fmla="*/ 419100 w 3171825"/>
                  <a:gd name="connsiteY2" fmla="*/ 390525 h 409575"/>
                  <a:gd name="connsiteX3" fmla="*/ 1085850 w 3171825"/>
                  <a:gd name="connsiteY3" fmla="*/ 0 h 409575"/>
                  <a:gd name="connsiteX4" fmla="*/ 1543050 w 3171825"/>
                  <a:gd name="connsiteY4" fmla="*/ 381000 h 409575"/>
                  <a:gd name="connsiteX5" fmla="*/ 1933575 w 3171825"/>
                  <a:gd name="connsiteY5" fmla="*/ 76200 h 409575"/>
                  <a:gd name="connsiteX6" fmla="*/ 2343150 w 3171825"/>
                  <a:gd name="connsiteY6" fmla="*/ 381000 h 409575"/>
                  <a:gd name="connsiteX7" fmla="*/ 2743200 w 3171825"/>
                  <a:gd name="connsiteY7" fmla="*/ 38100 h 409575"/>
                  <a:gd name="connsiteX8" fmla="*/ 3171825 w 3171825"/>
                  <a:gd name="connsiteY8" fmla="*/ 0 h 409575"/>
                  <a:gd name="connsiteX0" fmla="*/ 0 w 3171825"/>
                  <a:gd name="connsiteY0" fmla="*/ 409575 h 409575"/>
                  <a:gd name="connsiteX1" fmla="*/ 209550 w 3171825"/>
                  <a:gd name="connsiteY1" fmla="*/ 190500 h 409575"/>
                  <a:gd name="connsiteX2" fmla="*/ 419100 w 3171825"/>
                  <a:gd name="connsiteY2" fmla="*/ 390525 h 409575"/>
                  <a:gd name="connsiteX3" fmla="*/ 647700 w 3171825"/>
                  <a:gd name="connsiteY3" fmla="*/ 190500 h 409575"/>
                  <a:gd name="connsiteX4" fmla="*/ 1543050 w 3171825"/>
                  <a:gd name="connsiteY4" fmla="*/ 381000 h 409575"/>
                  <a:gd name="connsiteX5" fmla="*/ 1933575 w 3171825"/>
                  <a:gd name="connsiteY5" fmla="*/ 76200 h 409575"/>
                  <a:gd name="connsiteX6" fmla="*/ 2343150 w 3171825"/>
                  <a:gd name="connsiteY6" fmla="*/ 381000 h 409575"/>
                  <a:gd name="connsiteX7" fmla="*/ 2743200 w 3171825"/>
                  <a:gd name="connsiteY7" fmla="*/ 38100 h 409575"/>
                  <a:gd name="connsiteX8" fmla="*/ 3171825 w 3171825"/>
                  <a:gd name="connsiteY8" fmla="*/ 0 h 409575"/>
                  <a:gd name="connsiteX0" fmla="*/ 0 w 3171825"/>
                  <a:gd name="connsiteY0" fmla="*/ 409575 h 409575"/>
                  <a:gd name="connsiteX1" fmla="*/ 209550 w 3171825"/>
                  <a:gd name="connsiteY1" fmla="*/ 190500 h 409575"/>
                  <a:gd name="connsiteX2" fmla="*/ 419100 w 3171825"/>
                  <a:gd name="connsiteY2" fmla="*/ 390525 h 409575"/>
                  <a:gd name="connsiteX3" fmla="*/ 647700 w 3171825"/>
                  <a:gd name="connsiteY3" fmla="*/ 190500 h 409575"/>
                  <a:gd name="connsiteX4" fmla="*/ 1543050 w 3171825"/>
                  <a:gd name="connsiteY4" fmla="*/ 381000 h 409575"/>
                  <a:gd name="connsiteX5" fmla="*/ 1933575 w 3171825"/>
                  <a:gd name="connsiteY5" fmla="*/ 76200 h 409575"/>
                  <a:gd name="connsiteX6" fmla="*/ 2343150 w 3171825"/>
                  <a:gd name="connsiteY6" fmla="*/ 381000 h 409575"/>
                  <a:gd name="connsiteX7" fmla="*/ 2743200 w 3171825"/>
                  <a:gd name="connsiteY7" fmla="*/ 38100 h 409575"/>
                  <a:gd name="connsiteX8" fmla="*/ 3171825 w 3171825"/>
                  <a:gd name="connsiteY8" fmla="*/ 0 h 409575"/>
                  <a:gd name="connsiteX0" fmla="*/ 0 w 3171825"/>
                  <a:gd name="connsiteY0" fmla="*/ 409575 h 409575"/>
                  <a:gd name="connsiteX1" fmla="*/ 209550 w 3171825"/>
                  <a:gd name="connsiteY1" fmla="*/ 190500 h 409575"/>
                  <a:gd name="connsiteX2" fmla="*/ 419100 w 3171825"/>
                  <a:gd name="connsiteY2" fmla="*/ 390525 h 409575"/>
                  <a:gd name="connsiteX3" fmla="*/ 647700 w 3171825"/>
                  <a:gd name="connsiteY3" fmla="*/ 190500 h 409575"/>
                  <a:gd name="connsiteX4" fmla="*/ 1543050 w 3171825"/>
                  <a:gd name="connsiteY4" fmla="*/ 381000 h 409575"/>
                  <a:gd name="connsiteX5" fmla="*/ 1933575 w 3171825"/>
                  <a:gd name="connsiteY5" fmla="*/ 76200 h 409575"/>
                  <a:gd name="connsiteX6" fmla="*/ 2343150 w 3171825"/>
                  <a:gd name="connsiteY6" fmla="*/ 381000 h 409575"/>
                  <a:gd name="connsiteX7" fmla="*/ 2743200 w 3171825"/>
                  <a:gd name="connsiteY7" fmla="*/ 38100 h 409575"/>
                  <a:gd name="connsiteX8" fmla="*/ 3171825 w 3171825"/>
                  <a:gd name="connsiteY8" fmla="*/ 0 h 409575"/>
                  <a:gd name="connsiteX0" fmla="*/ 0 w 3171825"/>
                  <a:gd name="connsiteY0" fmla="*/ 409575 h 409575"/>
                  <a:gd name="connsiteX1" fmla="*/ 209550 w 3171825"/>
                  <a:gd name="connsiteY1" fmla="*/ 190500 h 409575"/>
                  <a:gd name="connsiteX2" fmla="*/ 419100 w 3171825"/>
                  <a:gd name="connsiteY2" fmla="*/ 390525 h 409575"/>
                  <a:gd name="connsiteX3" fmla="*/ 647700 w 3171825"/>
                  <a:gd name="connsiteY3" fmla="*/ 190500 h 409575"/>
                  <a:gd name="connsiteX4" fmla="*/ 885825 w 3171825"/>
                  <a:gd name="connsiteY4" fmla="*/ 371475 h 409575"/>
                  <a:gd name="connsiteX5" fmla="*/ 1933575 w 3171825"/>
                  <a:gd name="connsiteY5" fmla="*/ 76200 h 409575"/>
                  <a:gd name="connsiteX6" fmla="*/ 2343150 w 3171825"/>
                  <a:gd name="connsiteY6" fmla="*/ 381000 h 409575"/>
                  <a:gd name="connsiteX7" fmla="*/ 2743200 w 3171825"/>
                  <a:gd name="connsiteY7" fmla="*/ 38100 h 409575"/>
                  <a:gd name="connsiteX8" fmla="*/ 3171825 w 3171825"/>
                  <a:gd name="connsiteY8" fmla="*/ 0 h 409575"/>
                  <a:gd name="connsiteX0" fmla="*/ 0 w 3171825"/>
                  <a:gd name="connsiteY0" fmla="*/ 409575 h 409575"/>
                  <a:gd name="connsiteX1" fmla="*/ 209550 w 3171825"/>
                  <a:gd name="connsiteY1" fmla="*/ 190500 h 409575"/>
                  <a:gd name="connsiteX2" fmla="*/ 419100 w 3171825"/>
                  <a:gd name="connsiteY2" fmla="*/ 390525 h 409575"/>
                  <a:gd name="connsiteX3" fmla="*/ 647700 w 3171825"/>
                  <a:gd name="connsiteY3" fmla="*/ 190500 h 409575"/>
                  <a:gd name="connsiteX4" fmla="*/ 885825 w 3171825"/>
                  <a:gd name="connsiteY4" fmla="*/ 371475 h 409575"/>
                  <a:gd name="connsiteX5" fmla="*/ 1933575 w 3171825"/>
                  <a:gd name="connsiteY5" fmla="*/ 76200 h 409575"/>
                  <a:gd name="connsiteX6" fmla="*/ 2343150 w 3171825"/>
                  <a:gd name="connsiteY6" fmla="*/ 381000 h 409575"/>
                  <a:gd name="connsiteX7" fmla="*/ 2743200 w 3171825"/>
                  <a:gd name="connsiteY7" fmla="*/ 38100 h 409575"/>
                  <a:gd name="connsiteX8" fmla="*/ 3171825 w 3171825"/>
                  <a:gd name="connsiteY8" fmla="*/ 0 h 409575"/>
                  <a:gd name="connsiteX0" fmla="*/ 0 w 3171825"/>
                  <a:gd name="connsiteY0" fmla="*/ 409575 h 409575"/>
                  <a:gd name="connsiteX1" fmla="*/ 209550 w 3171825"/>
                  <a:gd name="connsiteY1" fmla="*/ 190500 h 409575"/>
                  <a:gd name="connsiteX2" fmla="*/ 419100 w 3171825"/>
                  <a:gd name="connsiteY2" fmla="*/ 390525 h 409575"/>
                  <a:gd name="connsiteX3" fmla="*/ 647700 w 3171825"/>
                  <a:gd name="connsiteY3" fmla="*/ 190500 h 409575"/>
                  <a:gd name="connsiteX4" fmla="*/ 885825 w 3171825"/>
                  <a:gd name="connsiteY4" fmla="*/ 371475 h 409575"/>
                  <a:gd name="connsiteX5" fmla="*/ 1933575 w 3171825"/>
                  <a:gd name="connsiteY5" fmla="*/ 76200 h 409575"/>
                  <a:gd name="connsiteX6" fmla="*/ 2343150 w 3171825"/>
                  <a:gd name="connsiteY6" fmla="*/ 381000 h 409575"/>
                  <a:gd name="connsiteX7" fmla="*/ 2743200 w 3171825"/>
                  <a:gd name="connsiteY7" fmla="*/ 38100 h 409575"/>
                  <a:gd name="connsiteX8" fmla="*/ 3171825 w 3171825"/>
                  <a:gd name="connsiteY8" fmla="*/ 0 h 409575"/>
                  <a:gd name="connsiteX0" fmla="*/ 0 w 3171825"/>
                  <a:gd name="connsiteY0" fmla="*/ 409575 h 409575"/>
                  <a:gd name="connsiteX1" fmla="*/ 209550 w 3171825"/>
                  <a:gd name="connsiteY1" fmla="*/ 190500 h 409575"/>
                  <a:gd name="connsiteX2" fmla="*/ 419100 w 3171825"/>
                  <a:gd name="connsiteY2" fmla="*/ 390525 h 409575"/>
                  <a:gd name="connsiteX3" fmla="*/ 647700 w 3171825"/>
                  <a:gd name="connsiteY3" fmla="*/ 190500 h 409575"/>
                  <a:gd name="connsiteX4" fmla="*/ 885825 w 3171825"/>
                  <a:gd name="connsiteY4" fmla="*/ 371475 h 409575"/>
                  <a:gd name="connsiteX5" fmla="*/ 1933575 w 3171825"/>
                  <a:gd name="connsiteY5" fmla="*/ 76200 h 409575"/>
                  <a:gd name="connsiteX6" fmla="*/ 2343150 w 3171825"/>
                  <a:gd name="connsiteY6" fmla="*/ 381000 h 409575"/>
                  <a:gd name="connsiteX7" fmla="*/ 2743200 w 3171825"/>
                  <a:gd name="connsiteY7" fmla="*/ 38100 h 409575"/>
                  <a:gd name="connsiteX8" fmla="*/ 3171825 w 3171825"/>
                  <a:gd name="connsiteY8" fmla="*/ 0 h 409575"/>
                  <a:gd name="connsiteX0" fmla="*/ 0 w 3171825"/>
                  <a:gd name="connsiteY0" fmla="*/ 409575 h 409575"/>
                  <a:gd name="connsiteX1" fmla="*/ 209550 w 3171825"/>
                  <a:gd name="connsiteY1" fmla="*/ 190500 h 409575"/>
                  <a:gd name="connsiteX2" fmla="*/ 419100 w 3171825"/>
                  <a:gd name="connsiteY2" fmla="*/ 390525 h 409575"/>
                  <a:gd name="connsiteX3" fmla="*/ 647700 w 3171825"/>
                  <a:gd name="connsiteY3" fmla="*/ 190500 h 409575"/>
                  <a:gd name="connsiteX4" fmla="*/ 885825 w 3171825"/>
                  <a:gd name="connsiteY4" fmla="*/ 371475 h 409575"/>
                  <a:gd name="connsiteX5" fmla="*/ 1933575 w 3171825"/>
                  <a:gd name="connsiteY5" fmla="*/ 76200 h 409575"/>
                  <a:gd name="connsiteX6" fmla="*/ 2343150 w 3171825"/>
                  <a:gd name="connsiteY6" fmla="*/ 381000 h 409575"/>
                  <a:gd name="connsiteX7" fmla="*/ 2743200 w 3171825"/>
                  <a:gd name="connsiteY7" fmla="*/ 38100 h 409575"/>
                  <a:gd name="connsiteX8" fmla="*/ 3171825 w 3171825"/>
                  <a:gd name="connsiteY8" fmla="*/ 0 h 409575"/>
                  <a:gd name="connsiteX0" fmla="*/ 0 w 3171825"/>
                  <a:gd name="connsiteY0" fmla="*/ 409575 h 409575"/>
                  <a:gd name="connsiteX1" fmla="*/ 209550 w 3171825"/>
                  <a:gd name="connsiteY1" fmla="*/ 190500 h 409575"/>
                  <a:gd name="connsiteX2" fmla="*/ 419100 w 3171825"/>
                  <a:gd name="connsiteY2" fmla="*/ 390525 h 409575"/>
                  <a:gd name="connsiteX3" fmla="*/ 647700 w 3171825"/>
                  <a:gd name="connsiteY3" fmla="*/ 190500 h 409575"/>
                  <a:gd name="connsiteX4" fmla="*/ 838200 w 3171825"/>
                  <a:gd name="connsiteY4" fmla="*/ 395287 h 409575"/>
                  <a:gd name="connsiteX5" fmla="*/ 1933575 w 3171825"/>
                  <a:gd name="connsiteY5" fmla="*/ 76200 h 409575"/>
                  <a:gd name="connsiteX6" fmla="*/ 2343150 w 3171825"/>
                  <a:gd name="connsiteY6" fmla="*/ 381000 h 409575"/>
                  <a:gd name="connsiteX7" fmla="*/ 2743200 w 3171825"/>
                  <a:gd name="connsiteY7" fmla="*/ 38100 h 409575"/>
                  <a:gd name="connsiteX8" fmla="*/ 3171825 w 3171825"/>
                  <a:gd name="connsiteY8" fmla="*/ 0 h 409575"/>
                  <a:gd name="connsiteX0" fmla="*/ 0 w 3171825"/>
                  <a:gd name="connsiteY0" fmla="*/ 409575 h 409575"/>
                  <a:gd name="connsiteX1" fmla="*/ 209550 w 3171825"/>
                  <a:gd name="connsiteY1" fmla="*/ 190500 h 409575"/>
                  <a:gd name="connsiteX2" fmla="*/ 419100 w 3171825"/>
                  <a:gd name="connsiteY2" fmla="*/ 390525 h 409575"/>
                  <a:gd name="connsiteX3" fmla="*/ 647700 w 3171825"/>
                  <a:gd name="connsiteY3" fmla="*/ 190500 h 409575"/>
                  <a:gd name="connsiteX4" fmla="*/ 838200 w 3171825"/>
                  <a:gd name="connsiteY4" fmla="*/ 395287 h 409575"/>
                  <a:gd name="connsiteX5" fmla="*/ 1933575 w 3171825"/>
                  <a:gd name="connsiteY5" fmla="*/ 76200 h 409575"/>
                  <a:gd name="connsiteX6" fmla="*/ 2343150 w 3171825"/>
                  <a:gd name="connsiteY6" fmla="*/ 381000 h 409575"/>
                  <a:gd name="connsiteX7" fmla="*/ 2743200 w 3171825"/>
                  <a:gd name="connsiteY7" fmla="*/ 38100 h 409575"/>
                  <a:gd name="connsiteX8" fmla="*/ 3171825 w 3171825"/>
                  <a:gd name="connsiteY8" fmla="*/ 0 h 409575"/>
                  <a:gd name="connsiteX0" fmla="*/ 0 w 3171825"/>
                  <a:gd name="connsiteY0" fmla="*/ 409575 h 409575"/>
                  <a:gd name="connsiteX1" fmla="*/ 209550 w 3171825"/>
                  <a:gd name="connsiteY1" fmla="*/ 190500 h 409575"/>
                  <a:gd name="connsiteX2" fmla="*/ 419100 w 3171825"/>
                  <a:gd name="connsiteY2" fmla="*/ 390525 h 409575"/>
                  <a:gd name="connsiteX3" fmla="*/ 647700 w 3171825"/>
                  <a:gd name="connsiteY3" fmla="*/ 190500 h 409575"/>
                  <a:gd name="connsiteX4" fmla="*/ 838200 w 3171825"/>
                  <a:gd name="connsiteY4" fmla="*/ 395287 h 409575"/>
                  <a:gd name="connsiteX5" fmla="*/ 1933575 w 3171825"/>
                  <a:gd name="connsiteY5" fmla="*/ 76200 h 409575"/>
                  <a:gd name="connsiteX6" fmla="*/ 2343150 w 3171825"/>
                  <a:gd name="connsiteY6" fmla="*/ 381000 h 409575"/>
                  <a:gd name="connsiteX7" fmla="*/ 2743200 w 3171825"/>
                  <a:gd name="connsiteY7" fmla="*/ 38100 h 409575"/>
                  <a:gd name="connsiteX8" fmla="*/ 3171825 w 3171825"/>
                  <a:gd name="connsiteY8" fmla="*/ 0 h 409575"/>
                  <a:gd name="connsiteX0" fmla="*/ 0 w 3171825"/>
                  <a:gd name="connsiteY0" fmla="*/ 409575 h 409575"/>
                  <a:gd name="connsiteX1" fmla="*/ 209550 w 3171825"/>
                  <a:gd name="connsiteY1" fmla="*/ 190500 h 409575"/>
                  <a:gd name="connsiteX2" fmla="*/ 419100 w 3171825"/>
                  <a:gd name="connsiteY2" fmla="*/ 390525 h 409575"/>
                  <a:gd name="connsiteX3" fmla="*/ 647700 w 3171825"/>
                  <a:gd name="connsiteY3" fmla="*/ 190500 h 409575"/>
                  <a:gd name="connsiteX4" fmla="*/ 838200 w 3171825"/>
                  <a:gd name="connsiteY4" fmla="*/ 395287 h 409575"/>
                  <a:gd name="connsiteX5" fmla="*/ 1073150 w 3171825"/>
                  <a:gd name="connsiteY5" fmla="*/ 193675 h 409575"/>
                  <a:gd name="connsiteX6" fmla="*/ 2343150 w 3171825"/>
                  <a:gd name="connsiteY6" fmla="*/ 381000 h 409575"/>
                  <a:gd name="connsiteX7" fmla="*/ 2743200 w 3171825"/>
                  <a:gd name="connsiteY7" fmla="*/ 38100 h 409575"/>
                  <a:gd name="connsiteX8" fmla="*/ 3171825 w 3171825"/>
                  <a:gd name="connsiteY8" fmla="*/ 0 h 409575"/>
                  <a:gd name="connsiteX0" fmla="*/ 0 w 3171825"/>
                  <a:gd name="connsiteY0" fmla="*/ 409575 h 409575"/>
                  <a:gd name="connsiteX1" fmla="*/ 209550 w 3171825"/>
                  <a:gd name="connsiteY1" fmla="*/ 190500 h 409575"/>
                  <a:gd name="connsiteX2" fmla="*/ 419100 w 3171825"/>
                  <a:gd name="connsiteY2" fmla="*/ 390525 h 409575"/>
                  <a:gd name="connsiteX3" fmla="*/ 647700 w 3171825"/>
                  <a:gd name="connsiteY3" fmla="*/ 190500 h 409575"/>
                  <a:gd name="connsiteX4" fmla="*/ 838200 w 3171825"/>
                  <a:gd name="connsiteY4" fmla="*/ 395287 h 409575"/>
                  <a:gd name="connsiteX5" fmla="*/ 1073150 w 3171825"/>
                  <a:gd name="connsiteY5" fmla="*/ 193675 h 409575"/>
                  <a:gd name="connsiteX6" fmla="*/ 1282700 w 3171825"/>
                  <a:gd name="connsiteY6" fmla="*/ 374650 h 409575"/>
                  <a:gd name="connsiteX7" fmla="*/ 2743200 w 3171825"/>
                  <a:gd name="connsiteY7" fmla="*/ 38100 h 409575"/>
                  <a:gd name="connsiteX8" fmla="*/ 3171825 w 3171825"/>
                  <a:gd name="connsiteY8" fmla="*/ 0 h 409575"/>
                  <a:gd name="connsiteX0" fmla="*/ 0 w 3171825"/>
                  <a:gd name="connsiteY0" fmla="*/ 409575 h 409575"/>
                  <a:gd name="connsiteX1" fmla="*/ 209550 w 3171825"/>
                  <a:gd name="connsiteY1" fmla="*/ 190500 h 409575"/>
                  <a:gd name="connsiteX2" fmla="*/ 419100 w 3171825"/>
                  <a:gd name="connsiteY2" fmla="*/ 390525 h 409575"/>
                  <a:gd name="connsiteX3" fmla="*/ 647700 w 3171825"/>
                  <a:gd name="connsiteY3" fmla="*/ 190500 h 409575"/>
                  <a:gd name="connsiteX4" fmla="*/ 838200 w 3171825"/>
                  <a:gd name="connsiteY4" fmla="*/ 395287 h 409575"/>
                  <a:gd name="connsiteX5" fmla="*/ 1073150 w 3171825"/>
                  <a:gd name="connsiteY5" fmla="*/ 193675 h 409575"/>
                  <a:gd name="connsiteX6" fmla="*/ 1282700 w 3171825"/>
                  <a:gd name="connsiteY6" fmla="*/ 374650 h 409575"/>
                  <a:gd name="connsiteX7" fmla="*/ 1517650 w 3171825"/>
                  <a:gd name="connsiteY7" fmla="*/ 193675 h 409575"/>
                  <a:gd name="connsiteX8" fmla="*/ 3171825 w 3171825"/>
                  <a:gd name="connsiteY8" fmla="*/ 0 h 409575"/>
                  <a:gd name="connsiteX0" fmla="*/ 0 w 1771650"/>
                  <a:gd name="connsiteY0" fmla="*/ 219075 h 219075"/>
                  <a:gd name="connsiteX1" fmla="*/ 209550 w 1771650"/>
                  <a:gd name="connsiteY1" fmla="*/ 0 h 219075"/>
                  <a:gd name="connsiteX2" fmla="*/ 419100 w 1771650"/>
                  <a:gd name="connsiteY2" fmla="*/ 200025 h 219075"/>
                  <a:gd name="connsiteX3" fmla="*/ 647700 w 1771650"/>
                  <a:gd name="connsiteY3" fmla="*/ 0 h 219075"/>
                  <a:gd name="connsiteX4" fmla="*/ 838200 w 1771650"/>
                  <a:gd name="connsiteY4" fmla="*/ 204787 h 219075"/>
                  <a:gd name="connsiteX5" fmla="*/ 1073150 w 1771650"/>
                  <a:gd name="connsiteY5" fmla="*/ 3175 h 219075"/>
                  <a:gd name="connsiteX6" fmla="*/ 1282700 w 1771650"/>
                  <a:gd name="connsiteY6" fmla="*/ 184150 h 219075"/>
                  <a:gd name="connsiteX7" fmla="*/ 1517650 w 1771650"/>
                  <a:gd name="connsiteY7" fmla="*/ 3175 h 219075"/>
                  <a:gd name="connsiteX8" fmla="*/ 1771650 w 1771650"/>
                  <a:gd name="connsiteY8" fmla="*/ 184150 h 219075"/>
                  <a:gd name="connsiteX0" fmla="*/ 0 w 1771650"/>
                  <a:gd name="connsiteY0" fmla="*/ 219075 h 219075"/>
                  <a:gd name="connsiteX1" fmla="*/ 209550 w 1771650"/>
                  <a:gd name="connsiteY1" fmla="*/ 0 h 219075"/>
                  <a:gd name="connsiteX2" fmla="*/ 419100 w 1771650"/>
                  <a:gd name="connsiteY2" fmla="*/ 200025 h 219075"/>
                  <a:gd name="connsiteX3" fmla="*/ 647700 w 1771650"/>
                  <a:gd name="connsiteY3" fmla="*/ 0 h 219075"/>
                  <a:gd name="connsiteX4" fmla="*/ 838200 w 1771650"/>
                  <a:gd name="connsiteY4" fmla="*/ 204787 h 219075"/>
                  <a:gd name="connsiteX5" fmla="*/ 1073150 w 1771650"/>
                  <a:gd name="connsiteY5" fmla="*/ 3175 h 219075"/>
                  <a:gd name="connsiteX6" fmla="*/ 1280319 w 1771650"/>
                  <a:gd name="connsiteY6" fmla="*/ 217487 h 219075"/>
                  <a:gd name="connsiteX7" fmla="*/ 1517650 w 1771650"/>
                  <a:gd name="connsiteY7" fmla="*/ 3175 h 219075"/>
                  <a:gd name="connsiteX8" fmla="*/ 1771650 w 1771650"/>
                  <a:gd name="connsiteY8" fmla="*/ 184150 h 219075"/>
                  <a:gd name="connsiteX0" fmla="*/ 0 w 1771650"/>
                  <a:gd name="connsiteY0" fmla="*/ 219075 h 219075"/>
                  <a:gd name="connsiteX1" fmla="*/ 209550 w 1771650"/>
                  <a:gd name="connsiteY1" fmla="*/ 0 h 219075"/>
                  <a:gd name="connsiteX2" fmla="*/ 419100 w 1771650"/>
                  <a:gd name="connsiteY2" fmla="*/ 200025 h 219075"/>
                  <a:gd name="connsiteX3" fmla="*/ 647700 w 1771650"/>
                  <a:gd name="connsiteY3" fmla="*/ 0 h 219075"/>
                  <a:gd name="connsiteX4" fmla="*/ 838200 w 1771650"/>
                  <a:gd name="connsiteY4" fmla="*/ 204787 h 219075"/>
                  <a:gd name="connsiteX5" fmla="*/ 1073150 w 1771650"/>
                  <a:gd name="connsiteY5" fmla="*/ 3175 h 219075"/>
                  <a:gd name="connsiteX6" fmla="*/ 1280319 w 1771650"/>
                  <a:gd name="connsiteY6" fmla="*/ 200818 h 219075"/>
                  <a:gd name="connsiteX7" fmla="*/ 1517650 w 1771650"/>
                  <a:gd name="connsiteY7" fmla="*/ 3175 h 219075"/>
                  <a:gd name="connsiteX8" fmla="*/ 1771650 w 1771650"/>
                  <a:gd name="connsiteY8" fmla="*/ 184150 h 219075"/>
                  <a:gd name="connsiteX0" fmla="*/ 0 w 1771650"/>
                  <a:gd name="connsiteY0" fmla="*/ 219075 h 219075"/>
                  <a:gd name="connsiteX1" fmla="*/ 209550 w 1771650"/>
                  <a:gd name="connsiteY1" fmla="*/ 0 h 219075"/>
                  <a:gd name="connsiteX2" fmla="*/ 419100 w 1771650"/>
                  <a:gd name="connsiteY2" fmla="*/ 200025 h 219075"/>
                  <a:gd name="connsiteX3" fmla="*/ 647700 w 1771650"/>
                  <a:gd name="connsiteY3" fmla="*/ 0 h 219075"/>
                  <a:gd name="connsiteX4" fmla="*/ 838200 w 1771650"/>
                  <a:gd name="connsiteY4" fmla="*/ 204787 h 219075"/>
                  <a:gd name="connsiteX5" fmla="*/ 1073150 w 1771650"/>
                  <a:gd name="connsiteY5" fmla="*/ 3175 h 219075"/>
                  <a:gd name="connsiteX6" fmla="*/ 1280319 w 1771650"/>
                  <a:gd name="connsiteY6" fmla="*/ 193675 h 219075"/>
                  <a:gd name="connsiteX7" fmla="*/ 1517650 w 1771650"/>
                  <a:gd name="connsiteY7" fmla="*/ 3175 h 219075"/>
                  <a:gd name="connsiteX8" fmla="*/ 1771650 w 1771650"/>
                  <a:gd name="connsiteY8" fmla="*/ 184150 h 219075"/>
                  <a:gd name="connsiteX0" fmla="*/ 0 w 1726406"/>
                  <a:gd name="connsiteY0" fmla="*/ 219075 h 219075"/>
                  <a:gd name="connsiteX1" fmla="*/ 209550 w 1726406"/>
                  <a:gd name="connsiteY1" fmla="*/ 0 h 219075"/>
                  <a:gd name="connsiteX2" fmla="*/ 419100 w 1726406"/>
                  <a:gd name="connsiteY2" fmla="*/ 200025 h 219075"/>
                  <a:gd name="connsiteX3" fmla="*/ 647700 w 1726406"/>
                  <a:gd name="connsiteY3" fmla="*/ 0 h 219075"/>
                  <a:gd name="connsiteX4" fmla="*/ 838200 w 1726406"/>
                  <a:gd name="connsiteY4" fmla="*/ 204787 h 219075"/>
                  <a:gd name="connsiteX5" fmla="*/ 1073150 w 1726406"/>
                  <a:gd name="connsiteY5" fmla="*/ 3175 h 219075"/>
                  <a:gd name="connsiteX6" fmla="*/ 1280319 w 1726406"/>
                  <a:gd name="connsiteY6" fmla="*/ 193675 h 219075"/>
                  <a:gd name="connsiteX7" fmla="*/ 1517650 w 1726406"/>
                  <a:gd name="connsiteY7" fmla="*/ 3175 h 219075"/>
                  <a:gd name="connsiteX8" fmla="*/ 1726406 w 1726406"/>
                  <a:gd name="connsiteY8" fmla="*/ 205581 h 219075"/>
                  <a:gd name="connsiteX0" fmla="*/ 0 w 1747837"/>
                  <a:gd name="connsiteY0" fmla="*/ 219075 h 219075"/>
                  <a:gd name="connsiteX1" fmla="*/ 209550 w 1747837"/>
                  <a:gd name="connsiteY1" fmla="*/ 0 h 219075"/>
                  <a:gd name="connsiteX2" fmla="*/ 419100 w 1747837"/>
                  <a:gd name="connsiteY2" fmla="*/ 200025 h 219075"/>
                  <a:gd name="connsiteX3" fmla="*/ 647700 w 1747837"/>
                  <a:gd name="connsiteY3" fmla="*/ 0 h 219075"/>
                  <a:gd name="connsiteX4" fmla="*/ 838200 w 1747837"/>
                  <a:gd name="connsiteY4" fmla="*/ 204787 h 219075"/>
                  <a:gd name="connsiteX5" fmla="*/ 1073150 w 1747837"/>
                  <a:gd name="connsiteY5" fmla="*/ 3175 h 219075"/>
                  <a:gd name="connsiteX6" fmla="*/ 1280319 w 1747837"/>
                  <a:gd name="connsiteY6" fmla="*/ 193675 h 219075"/>
                  <a:gd name="connsiteX7" fmla="*/ 1517650 w 1747837"/>
                  <a:gd name="connsiteY7" fmla="*/ 3175 h 219075"/>
                  <a:gd name="connsiteX8" fmla="*/ 1747837 w 1747837"/>
                  <a:gd name="connsiteY8" fmla="*/ 210344 h 219075"/>
                  <a:gd name="connsiteX0" fmla="*/ 0 w 1747837"/>
                  <a:gd name="connsiteY0" fmla="*/ 219075 h 219075"/>
                  <a:gd name="connsiteX1" fmla="*/ 209550 w 1747837"/>
                  <a:gd name="connsiteY1" fmla="*/ 0 h 219075"/>
                  <a:gd name="connsiteX2" fmla="*/ 400050 w 1747837"/>
                  <a:gd name="connsiteY2" fmla="*/ 197644 h 219075"/>
                  <a:gd name="connsiteX3" fmla="*/ 647700 w 1747837"/>
                  <a:gd name="connsiteY3" fmla="*/ 0 h 219075"/>
                  <a:gd name="connsiteX4" fmla="*/ 838200 w 1747837"/>
                  <a:gd name="connsiteY4" fmla="*/ 204787 h 219075"/>
                  <a:gd name="connsiteX5" fmla="*/ 1073150 w 1747837"/>
                  <a:gd name="connsiteY5" fmla="*/ 3175 h 219075"/>
                  <a:gd name="connsiteX6" fmla="*/ 1280319 w 1747837"/>
                  <a:gd name="connsiteY6" fmla="*/ 193675 h 219075"/>
                  <a:gd name="connsiteX7" fmla="*/ 1517650 w 1747837"/>
                  <a:gd name="connsiteY7" fmla="*/ 3175 h 219075"/>
                  <a:gd name="connsiteX8" fmla="*/ 1747837 w 1747837"/>
                  <a:gd name="connsiteY8" fmla="*/ 210344 h 219075"/>
                  <a:gd name="connsiteX0" fmla="*/ 0 w 1747837"/>
                  <a:gd name="connsiteY0" fmla="*/ 221456 h 221456"/>
                  <a:gd name="connsiteX1" fmla="*/ 209550 w 1747837"/>
                  <a:gd name="connsiteY1" fmla="*/ 2381 h 221456"/>
                  <a:gd name="connsiteX2" fmla="*/ 400050 w 1747837"/>
                  <a:gd name="connsiteY2" fmla="*/ 200025 h 221456"/>
                  <a:gd name="connsiteX3" fmla="*/ 592931 w 1747837"/>
                  <a:gd name="connsiteY3" fmla="*/ 0 h 221456"/>
                  <a:gd name="connsiteX4" fmla="*/ 838200 w 1747837"/>
                  <a:gd name="connsiteY4" fmla="*/ 207168 h 221456"/>
                  <a:gd name="connsiteX5" fmla="*/ 1073150 w 1747837"/>
                  <a:gd name="connsiteY5" fmla="*/ 5556 h 221456"/>
                  <a:gd name="connsiteX6" fmla="*/ 1280319 w 1747837"/>
                  <a:gd name="connsiteY6" fmla="*/ 196056 h 221456"/>
                  <a:gd name="connsiteX7" fmla="*/ 1517650 w 1747837"/>
                  <a:gd name="connsiteY7" fmla="*/ 5556 h 221456"/>
                  <a:gd name="connsiteX8" fmla="*/ 1747837 w 1747837"/>
                  <a:gd name="connsiteY8" fmla="*/ 212725 h 221456"/>
                  <a:gd name="connsiteX0" fmla="*/ 0 w 1747837"/>
                  <a:gd name="connsiteY0" fmla="*/ 221456 h 221456"/>
                  <a:gd name="connsiteX1" fmla="*/ 209550 w 1747837"/>
                  <a:gd name="connsiteY1" fmla="*/ 2381 h 221456"/>
                  <a:gd name="connsiteX2" fmla="*/ 400050 w 1747837"/>
                  <a:gd name="connsiteY2" fmla="*/ 200025 h 221456"/>
                  <a:gd name="connsiteX3" fmla="*/ 583406 w 1747837"/>
                  <a:gd name="connsiteY3" fmla="*/ 0 h 221456"/>
                  <a:gd name="connsiteX4" fmla="*/ 838200 w 1747837"/>
                  <a:gd name="connsiteY4" fmla="*/ 207168 h 221456"/>
                  <a:gd name="connsiteX5" fmla="*/ 1073150 w 1747837"/>
                  <a:gd name="connsiteY5" fmla="*/ 5556 h 221456"/>
                  <a:gd name="connsiteX6" fmla="*/ 1280319 w 1747837"/>
                  <a:gd name="connsiteY6" fmla="*/ 196056 h 221456"/>
                  <a:gd name="connsiteX7" fmla="*/ 1517650 w 1747837"/>
                  <a:gd name="connsiteY7" fmla="*/ 5556 h 221456"/>
                  <a:gd name="connsiteX8" fmla="*/ 1747837 w 1747837"/>
                  <a:gd name="connsiteY8" fmla="*/ 212725 h 221456"/>
                  <a:gd name="connsiteX0" fmla="*/ 0 w 1747837"/>
                  <a:gd name="connsiteY0" fmla="*/ 221456 h 221456"/>
                  <a:gd name="connsiteX1" fmla="*/ 209550 w 1747837"/>
                  <a:gd name="connsiteY1" fmla="*/ 2381 h 221456"/>
                  <a:gd name="connsiteX2" fmla="*/ 400050 w 1747837"/>
                  <a:gd name="connsiteY2" fmla="*/ 200025 h 221456"/>
                  <a:gd name="connsiteX3" fmla="*/ 590550 w 1747837"/>
                  <a:gd name="connsiteY3" fmla="*/ 0 h 221456"/>
                  <a:gd name="connsiteX4" fmla="*/ 838200 w 1747837"/>
                  <a:gd name="connsiteY4" fmla="*/ 207168 h 221456"/>
                  <a:gd name="connsiteX5" fmla="*/ 1073150 w 1747837"/>
                  <a:gd name="connsiteY5" fmla="*/ 5556 h 221456"/>
                  <a:gd name="connsiteX6" fmla="*/ 1280319 w 1747837"/>
                  <a:gd name="connsiteY6" fmla="*/ 196056 h 221456"/>
                  <a:gd name="connsiteX7" fmla="*/ 1517650 w 1747837"/>
                  <a:gd name="connsiteY7" fmla="*/ 5556 h 221456"/>
                  <a:gd name="connsiteX8" fmla="*/ 1747837 w 1747837"/>
                  <a:gd name="connsiteY8" fmla="*/ 212725 h 221456"/>
                  <a:gd name="connsiteX0" fmla="*/ 0 w 1747837"/>
                  <a:gd name="connsiteY0" fmla="*/ 221456 h 221456"/>
                  <a:gd name="connsiteX1" fmla="*/ 209550 w 1747837"/>
                  <a:gd name="connsiteY1" fmla="*/ 2381 h 221456"/>
                  <a:gd name="connsiteX2" fmla="*/ 400050 w 1747837"/>
                  <a:gd name="connsiteY2" fmla="*/ 200025 h 221456"/>
                  <a:gd name="connsiteX3" fmla="*/ 590550 w 1747837"/>
                  <a:gd name="connsiteY3" fmla="*/ 0 h 221456"/>
                  <a:gd name="connsiteX4" fmla="*/ 773907 w 1747837"/>
                  <a:gd name="connsiteY4" fmla="*/ 204786 h 221456"/>
                  <a:gd name="connsiteX5" fmla="*/ 1073150 w 1747837"/>
                  <a:gd name="connsiteY5" fmla="*/ 5556 h 221456"/>
                  <a:gd name="connsiteX6" fmla="*/ 1280319 w 1747837"/>
                  <a:gd name="connsiteY6" fmla="*/ 196056 h 221456"/>
                  <a:gd name="connsiteX7" fmla="*/ 1517650 w 1747837"/>
                  <a:gd name="connsiteY7" fmla="*/ 5556 h 221456"/>
                  <a:gd name="connsiteX8" fmla="*/ 1747837 w 1747837"/>
                  <a:gd name="connsiteY8" fmla="*/ 212725 h 221456"/>
                  <a:gd name="connsiteX0" fmla="*/ 0 w 1747837"/>
                  <a:gd name="connsiteY0" fmla="*/ 221456 h 221456"/>
                  <a:gd name="connsiteX1" fmla="*/ 209550 w 1747837"/>
                  <a:gd name="connsiteY1" fmla="*/ 2381 h 221456"/>
                  <a:gd name="connsiteX2" fmla="*/ 400050 w 1747837"/>
                  <a:gd name="connsiteY2" fmla="*/ 200025 h 221456"/>
                  <a:gd name="connsiteX3" fmla="*/ 590550 w 1747837"/>
                  <a:gd name="connsiteY3" fmla="*/ 0 h 221456"/>
                  <a:gd name="connsiteX4" fmla="*/ 781051 w 1747837"/>
                  <a:gd name="connsiteY4" fmla="*/ 204786 h 221456"/>
                  <a:gd name="connsiteX5" fmla="*/ 1073150 w 1747837"/>
                  <a:gd name="connsiteY5" fmla="*/ 5556 h 221456"/>
                  <a:gd name="connsiteX6" fmla="*/ 1280319 w 1747837"/>
                  <a:gd name="connsiteY6" fmla="*/ 196056 h 221456"/>
                  <a:gd name="connsiteX7" fmla="*/ 1517650 w 1747837"/>
                  <a:gd name="connsiteY7" fmla="*/ 5556 h 221456"/>
                  <a:gd name="connsiteX8" fmla="*/ 1747837 w 1747837"/>
                  <a:gd name="connsiteY8" fmla="*/ 212725 h 221456"/>
                  <a:gd name="connsiteX0" fmla="*/ 0 w 1747837"/>
                  <a:gd name="connsiteY0" fmla="*/ 225425 h 225425"/>
                  <a:gd name="connsiteX1" fmla="*/ 209550 w 1747837"/>
                  <a:gd name="connsiteY1" fmla="*/ 6350 h 225425"/>
                  <a:gd name="connsiteX2" fmla="*/ 400050 w 1747837"/>
                  <a:gd name="connsiteY2" fmla="*/ 203994 h 225425"/>
                  <a:gd name="connsiteX3" fmla="*/ 590550 w 1747837"/>
                  <a:gd name="connsiteY3" fmla="*/ 3969 h 225425"/>
                  <a:gd name="connsiteX4" fmla="*/ 781051 w 1747837"/>
                  <a:gd name="connsiteY4" fmla="*/ 208755 h 225425"/>
                  <a:gd name="connsiteX5" fmla="*/ 970757 w 1747837"/>
                  <a:gd name="connsiteY5" fmla="*/ 0 h 225425"/>
                  <a:gd name="connsiteX6" fmla="*/ 1280319 w 1747837"/>
                  <a:gd name="connsiteY6" fmla="*/ 200025 h 225425"/>
                  <a:gd name="connsiteX7" fmla="*/ 1517650 w 1747837"/>
                  <a:gd name="connsiteY7" fmla="*/ 9525 h 225425"/>
                  <a:gd name="connsiteX8" fmla="*/ 1747837 w 1747837"/>
                  <a:gd name="connsiteY8" fmla="*/ 216694 h 225425"/>
                  <a:gd name="connsiteX0" fmla="*/ 0 w 1747837"/>
                  <a:gd name="connsiteY0" fmla="*/ 223044 h 223044"/>
                  <a:gd name="connsiteX1" fmla="*/ 209550 w 1747837"/>
                  <a:gd name="connsiteY1" fmla="*/ 3969 h 223044"/>
                  <a:gd name="connsiteX2" fmla="*/ 400050 w 1747837"/>
                  <a:gd name="connsiteY2" fmla="*/ 201613 h 223044"/>
                  <a:gd name="connsiteX3" fmla="*/ 590550 w 1747837"/>
                  <a:gd name="connsiteY3" fmla="*/ 1588 h 223044"/>
                  <a:gd name="connsiteX4" fmla="*/ 781051 w 1747837"/>
                  <a:gd name="connsiteY4" fmla="*/ 206374 h 223044"/>
                  <a:gd name="connsiteX5" fmla="*/ 954088 w 1747837"/>
                  <a:gd name="connsiteY5" fmla="*/ 0 h 223044"/>
                  <a:gd name="connsiteX6" fmla="*/ 1280319 w 1747837"/>
                  <a:gd name="connsiteY6" fmla="*/ 197644 h 223044"/>
                  <a:gd name="connsiteX7" fmla="*/ 1517650 w 1747837"/>
                  <a:gd name="connsiteY7" fmla="*/ 7144 h 223044"/>
                  <a:gd name="connsiteX8" fmla="*/ 1747837 w 1747837"/>
                  <a:gd name="connsiteY8" fmla="*/ 214313 h 223044"/>
                  <a:gd name="connsiteX0" fmla="*/ 0 w 1747837"/>
                  <a:gd name="connsiteY0" fmla="*/ 223044 h 223044"/>
                  <a:gd name="connsiteX1" fmla="*/ 209550 w 1747837"/>
                  <a:gd name="connsiteY1" fmla="*/ 3969 h 223044"/>
                  <a:gd name="connsiteX2" fmla="*/ 400050 w 1747837"/>
                  <a:gd name="connsiteY2" fmla="*/ 201613 h 223044"/>
                  <a:gd name="connsiteX3" fmla="*/ 590550 w 1747837"/>
                  <a:gd name="connsiteY3" fmla="*/ 1588 h 223044"/>
                  <a:gd name="connsiteX4" fmla="*/ 781051 w 1747837"/>
                  <a:gd name="connsiteY4" fmla="*/ 206374 h 223044"/>
                  <a:gd name="connsiteX5" fmla="*/ 961231 w 1747837"/>
                  <a:gd name="connsiteY5" fmla="*/ 0 h 223044"/>
                  <a:gd name="connsiteX6" fmla="*/ 1280319 w 1747837"/>
                  <a:gd name="connsiteY6" fmla="*/ 197644 h 223044"/>
                  <a:gd name="connsiteX7" fmla="*/ 1517650 w 1747837"/>
                  <a:gd name="connsiteY7" fmla="*/ 7144 h 223044"/>
                  <a:gd name="connsiteX8" fmla="*/ 1747837 w 1747837"/>
                  <a:gd name="connsiteY8" fmla="*/ 214313 h 223044"/>
                  <a:gd name="connsiteX0" fmla="*/ 0 w 1747837"/>
                  <a:gd name="connsiteY0" fmla="*/ 223044 h 223044"/>
                  <a:gd name="connsiteX1" fmla="*/ 209550 w 1747837"/>
                  <a:gd name="connsiteY1" fmla="*/ 3969 h 223044"/>
                  <a:gd name="connsiteX2" fmla="*/ 400050 w 1747837"/>
                  <a:gd name="connsiteY2" fmla="*/ 201613 h 223044"/>
                  <a:gd name="connsiteX3" fmla="*/ 590550 w 1747837"/>
                  <a:gd name="connsiteY3" fmla="*/ 1588 h 223044"/>
                  <a:gd name="connsiteX4" fmla="*/ 781051 w 1747837"/>
                  <a:gd name="connsiteY4" fmla="*/ 206374 h 223044"/>
                  <a:gd name="connsiteX5" fmla="*/ 970756 w 1747837"/>
                  <a:gd name="connsiteY5" fmla="*/ 0 h 223044"/>
                  <a:gd name="connsiteX6" fmla="*/ 1280319 w 1747837"/>
                  <a:gd name="connsiteY6" fmla="*/ 197644 h 223044"/>
                  <a:gd name="connsiteX7" fmla="*/ 1517650 w 1747837"/>
                  <a:gd name="connsiteY7" fmla="*/ 7144 h 223044"/>
                  <a:gd name="connsiteX8" fmla="*/ 1747837 w 1747837"/>
                  <a:gd name="connsiteY8" fmla="*/ 214313 h 223044"/>
                  <a:gd name="connsiteX0" fmla="*/ 0 w 1747837"/>
                  <a:gd name="connsiteY0" fmla="*/ 223044 h 223044"/>
                  <a:gd name="connsiteX1" fmla="*/ 209550 w 1747837"/>
                  <a:gd name="connsiteY1" fmla="*/ 3969 h 223044"/>
                  <a:gd name="connsiteX2" fmla="*/ 400050 w 1747837"/>
                  <a:gd name="connsiteY2" fmla="*/ 201613 h 223044"/>
                  <a:gd name="connsiteX3" fmla="*/ 590550 w 1747837"/>
                  <a:gd name="connsiteY3" fmla="*/ 1588 h 223044"/>
                  <a:gd name="connsiteX4" fmla="*/ 781051 w 1747837"/>
                  <a:gd name="connsiteY4" fmla="*/ 206374 h 223044"/>
                  <a:gd name="connsiteX5" fmla="*/ 970756 w 1747837"/>
                  <a:gd name="connsiteY5" fmla="*/ 0 h 223044"/>
                  <a:gd name="connsiteX6" fmla="*/ 1172369 w 1747837"/>
                  <a:gd name="connsiteY6" fmla="*/ 194469 h 223044"/>
                  <a:gd name="connsiteX7" fmla="*/ 1517650 w 1747837"/>
                  <a:gd name="connsiteY7" fmla="*/ 7144 h 223044"/>
                  <a:gd name="connsiteX8" fmla="*/ 1747837 w 1747837"/>
                  <a:gd name="connsiteY8" fmla="*/ 214313 h 223044"/>
                  <a:gd name="connsiteX0" fmla="*/ 0 w 1747837"/>
                  <a:gd name="connsiteY0" fmla="*/ 223044 h 223044"/>
                  <a:gd name="connsiteX1" fmla="*/ 209550 w 1747837"/>
                  <a:gd name="connsiteY1" fmla="*/ 3969 h 223044"/>
                  <a:gd name="connsiteX2" fmla="*/ 400050 w 1747837"/>
                  <a:gd name="connsiteY2" fmla="*/ 201613 h 223044"/>
                  <a:gd name="connsiteX3" fmla="*/ 590550 w 1747837"/>
                  <a:gd name="connsiteY3" fmla="*/ 1588 h 223044"/>
                  <a:gd name="connsiteX4" fmla="*/ 781051 w 1747837"/>
                  <a:gd name="connsiteY4" fmla="*/ 206374 h 223044"/>
                  <a:gd name="connsiteX5" fmla="*/ 970756 w 1747837"/>
                  <a:gd name="connsiteY5" fmla="*/ 0 h 223044"/>
                  <a:gd name="connsiteX6" fmla="*/ 1159669 w 1747837"/>
                  <a:gd name="connsiteY6" fmla="*/ 210344 h 223044"/>
                  <a:gd name="connsiteX7" fmla="*/ 1517650 w 1747837"/>
                  <a:gd name="connsiteY7" fmla="*/ 7144 h 223044"/>
                  <a:gd name="connsiteX8" fmla="*/ 1747837 w 1747837"/>
                  <a:gd name="connsiteY8" fmla="*/ 214313 h 223044"/>
                  <a:gd name="connsiteX0" fmla="*/ 0 w 1747837"/>
                  <a:gd name="connsiteY0" fmla="*/ 223044 h 223044"/>
                  <a:gd name="connsiteX1" fmla="*/ 209550 w 1747837"/>
                  <a:gd name="connsiteY1" fmla="*/ 3969 h 223044"/>
                  <a:gd name="connsiteX2" fmla="*/ 400050 w 1747837"/>
                  <a:gd name="connsiteY2" fmla="*/ 201613 h 223044"/>
                  <a:gd name="connsiteX3" fmla="*/ 590550 w 1747837"/>
                  <a:gd name="connsiteY3" fmla="*/ 1588 h 223044"/>
                  <a:gd name="connsiteX4" fmla="*/ 781051 w 1747837"/>
                  <a:gd name="connsiteY4" fmla="*/ 206374 h 223044"/>
                  <a:gd name="connsiteX5" fmla="*/ 970756 w 1747837"/>
                  <a:gd name="connsiteY5" fmla="*/ 0 h 223044"/>
                  <a:gd name="connsiteX6" fmla="*/ 1166019 w 1747837"/>
                  <a:gd name="connsiteY6" fmla="*/ 197644 h 223044"/>
                  <a:gd name="connsiteX7" fmla="*/ 1517650 w 1747837"/>
                  <a:gd name="connsiteY7" fmla="*/ 7144 h 223044"/>
                  <a:gd name="connsiteX8" fmla="*/ 1747837 w 1747837"/>
                  <a:gd name="connsiteY8" fmla="*/ 214313 h 223044"/>
                  <a:gd name="connsiteX0" fmla="*/ 0 w 1747837"/>
                  <a:gd name="connsiteY0" fmla="*/ 247650 h 247650"/>
                  <a:gd name="connsiteX1" fmla="*/ 209550 w 1747837"/>
                  <a:gd name="connsiteY1" fmla="*/ 28575 h 247650"/>
                  <a:gd name="connsiteX2" fmla="*/ 400050 w 1747837"/>
                  <a:gd name="connsiteY2" fmla="*/ 226219 h 247650"/>
                  <a:gd name="connsiteX3" fmla="*/ 590550 w 1747837"/>
                  <a:gd name="connsiteY3" fmla="*/ 26194 h 247650"/>
                  <a:gd name="connsiteX4" fmla="*/ 781051 w 1747837"/>
                  <a:gd name="connsiteY4" fmla="*/ 230980 h 247650"/>
                  <a:gd name="connsiteX5" fmla="*/ 970756 w 1747837"/>
                  <a:gd name="connsiteY5" fmla="*/ 24606 h 247650"/>
                  <a:gd name="connsiteX6" fmla="*/ 1166019 w 1747837"/>
                  <a:gd name="connsiteY6" fmla="*/ 222250 h 247650"/>
                  <a:gd name="connsiteX7" fmla="*/ 1355725 w 1747837"/>
                  <a:gd name="connsiteY7" fmla="*/ 0 h 247650"/>
                  <a:gd name="connsiteX8" fmla="*/ 1747837 w 1747837"/>
                  <a:gd name="connsiteY8" fmla="*/ 238919 h 247650"/>
                  <a:gd name="connsiteX0" fmla="*/ 0 w 1747837"/>
                  <a:gd name="connsiteY0" fmla="*/ 231775 h 231775"/>
                  <a:gd name="connsiteX1" fmla="*/ 209550 w 1747837"/>
                  <a:gd name="connsiteY1" fmla="*/ 12700 h 231775"/>
                  <a:gd name="connsiteX2" fmla="*/ 400050 w 1747837"/>
                  <a:gd name="connsiteY2" fmla="*/ 210344 h 231775"/>
                  <a:gd name="connsiteX3" fmla="*/ 590550 w 1747837"/>
                  <a:gd name="connsiteY3" fmla="*/ 10319 h 231775"/>
                  <a:gd name="connsiteX4" fmla="*/ 781051 w 1747837"/>
                  <a:gd name="connsiteY4" fmla="*/ 215105 h 231775"/>
                  <a:gd name="connsiteX5" fmla="*/ 970756 w 1747837"/>
                  <a:gd name="connsiteY5" fmla="*/ 8731 h 231775"/>
                  <a:gd name="connsiteX6" fmla="*/ 1166019 w 1747837"/>
                  <a:gd name="connsiteY6" fmla="*/ 206375 h 231775"/>
                  <a:gd name="connsiteX7" fmla="*/ 1355725 w 1747837"/>
                  <a:gd name="connsiteY7" fmla="*/ 0 h 231775"/>
                  <a:gd name="connsiteX8" fmla="*/ 1747837 w 1747837"/>
                  <a:gd name="connsiteY8" fmla="*/ 223044 h 231775"/>
                  <a:gd name="connsiteX0" fmla="*/ 0 w 1747837"/>
                  <a:gd name="connsiteY0" fmla="*/ 228600 h 228600"/>
                  <a:gd name="connsiteX1" fmla="*/ 209550 w 1747837"/>
                  <a:gd name="connsiteY1" fmla="*/ 9525 h 228600"/>
                  <a:gd name="connsiteX2" fmla="*/ 400050 w 1747837"/>
                  <a:gd name="connsiteY2" fmla="*/ 207169 h 228600"/>
                  <a:gd name="connsiteX3" fmla="*/ 590550 w 1747837"/>
                  <a:gd name="connsiteY3" fmla="*/ 7144 h 228600"/>
                  <a:gd name="connsiteX4" fmla="*/ 781051 w 1747837"/>
                  <a:gd name="connsiteY4" fmla="*/ 211930 h 228600"/>
                  <a:gd name="connsiteX5" fmla="*/ 970756 w 1747837"/>
                  <a:gd name="connsiteY5" fmla="*/ 5556 h 228600"/>
                  <a:gd name="connsiteX6" fmla="*/ 1166019 w 1747837"/>
                  <a:gd name="connsiteY6" fmla="*/ 203200 h 228600"/>
                  <a:gd name="connsiteX7" fmla="*/ 1346200 w 1747837"/>
                  <a:gd name="connsiteY7" fmla="*/ 0 h 228600"/>
                  <a:gd name="connsiteX8" fmla="*/ 1747837 w 1747837"/>
                  <a:gd name="connsiteY8" fmla="*/ 219869 h 228600"/>
                  <a:gd name="connsiteX0" fmla="*/ 0 w 1747837"/>
                  <a:gd name="connsiteY0" fmla="*/ 225425 h 225425"/>
                  <a:gd name="connsiteX1" fmla="*/ 209550 w 1747837"/>
                  <a:gd name="connsiteY1" fmla="*/ 6350 h 225425"/>
                  <a:gd name="connsiteX2" fmla="*/ 400050 w 1747837"/>
                  <a:gd name="connsiteY2" fmla="*/ 203994 h 225425"/>
                  <a:gd name="connsiteX3" fmla="*/ 590550 w 1747837"/>
                  <a:gd name="connsiteY3" fmla="*/ 3969 h 225425"/>
                  <a:gd name="connsiteX4" fmla="*/ 781051 w 1747837"/>
                  <a:gd name="connsiteY4" fmla="*/ 208755 h 225425"/>
                  <a:gd name="connsiteX5" fmla="*/ 970756 w 1747837"/>
                  <a:gd name="connsiteY5" fmla="*/ 2381 h 225425"/>
                  <a:gd name="connsiteX6" fmla="*/ 1166019 w 1747837"/>
                  <a:gd name="connsiteY6" fmla="*/ 200025 h 225425"/>
                  <a:gd name="connsiteX7" fmla="*/ 1355725 w 1747837"/>
                  <a:gd name="connsiteY7" fmla="*/ 0 h 225425"/>
                  <a:gd name="connsiteX8" fmla="*/ 1747837 w 1747837"/>
                  <a:gd name="connsiteY8" fmla="*/ 216694 h 225425"/>
                  <a:gd name="connsiteX0" fmla="*/ 0 w 1563687"/>
                  <a:gd name="connsiteY0" fmla="*/ 225425 h 225425"/>
                  <a:gd name="connsiteX1" fmla="*/ 209550 w 1563687"/>
                  <a:gd name="connsiteY1" fmla="*/ 6350 h 225425"/>
                  <a:gd name="connsiteX2" fmla="*/ 400050 w 1563687"/>
                  <a:gd name="connsiteY2" fmla="*/ 203994 h 225425"/>
                  <a:gd name="connsiteX3" fmla="*/ 590550 w 1563687"/>
                  <a:gd name="connsiteY3" fmla="*/ 3969 h 225425"/>
                  <a:gd name="connsiteX4" fmla="*/ 781051 w 1563687"/>
                  <a:gd name="connsiteY4" fmla="*/ 208755 h 225425"/>
                  <a:gd name="connsiteX5" fmla="*/ 970756 w 1563687"/>
                  <a:gd name="connsiteY5" fmla="*/ 2381 h 225425"/>
                  <a:gd name="connsiteX6" fmla="*/ 1166019 w 1563687"/>
                  <a:gd name="connsiteY6" fmla="*/ 200025 h 225425"/>
                  <a:gd name="connsiteX7" fmla="*/ 1355725 w 1563687"/>
                  <a:gd name="connsiteY7" fmla="*/ 0 h 225425"/>
                  <a:gd name="connsiteX8" fmla="*/ 1563687 w 1563687"/>
                  <a:gd name="connsiteY8" fmla="*/ 216694 h 225425"/>
                  <a:gd name="connsiteX0" fmla="*/ 0 w 1563687"/>
                  <a:gd name="connsiteY0" fmla="*/ 225425 h 225425"/>
                  <a:gd name="connsiteX1" fmla="*/ 209550 w 1563687"/>
                  <a:gd name="connsiteY1" fmla="*/ 6350 h 225425"/>
                  <a:gd name="connsiteX2" fmla="*/ 400050 w 1563687"/>
                  <a:gd name="connsiteY2" fmla="*/ 203994 h 225425"/>
                  <a:gd name="connsiteX3" fmla="*/ 590550 w 1563687"/>
                  <a:gd name="connsiteY3" fmla="*/ 3969 h 225425"/>
                  <a:gd name="connsiteX4" fmla="*/ 781051 w 1563687"/>
                  <a:gd name="connsiteY4" fmla="*/ 208755 h 225425"/>
                  <a:gd name="connsiteX5" fmla="*/ 970756 w 1563687"/>
                  <a:gd name="connsiteY5" fmla="*/ 2381 h 225425"/>
                  <a:gd name="connsiteX6" fmla="*/ 1166019 w 1563687"/>
                  <a:gd name="connsiteY6" fmla="*/ 200025 h 225425"/>
                  <a:gd name="connsiteX7" fmla="*/ 1355725 w 1563687"/>
                  <a:gd name="connsiteY7" fmla="*/ 0 h 225425"/>
                  <a:gd name="connsiteX8" fmla="*/ 1563687 w 1563687"/>
                  <a:gd name="connsiteY8" fmla="*/ 216694 h 225425"/>
                  <a:gd name="connsiteX0" fmla="*/ 0 w 1563687"/>
                  <a:gd name="connsiteY0" fmla="*/ 225425 h 225425"/>
                  <a:gd name="connsiteX1" fmla="*/ 209550 w 1563687"/>
                  <a:gd name="connsiteY1" fmla="*/ 6350 h 225425"/>
                  <a:gd name="connsiteX2" fmla="*/ 400050 w 1563687"/>
                  <a:gd name="connsiteY2" fmla="*/ 203994 h 225425"/>
                  <a:gd name="connsiteX3" fmla="*/ 590550 w 1563687"/>
                  <a:gd name="connsiteY3" fmla="*/ 3969 h 225425"/>
                  <a:gd name="connsiteX4" fmla="*/ 781051 w 1563687"/>
                  <a:gd name="connsiteY4" fmla="*/ 208755 h 225425"/>
                  <a:gd name="connsiteX5" fmla="*/ 970756 w 1563687"/>
                  <a:gd name="connsiteY5" fmla="*/ 2381 h 225425"/>
                  <a:gd name="connsiteX6" fmla="*/ 1166019 w 1563687"/>
                  <a:gd name="connsiteY6" fmla="*/ 200025 h 225425"/>
                  <a:gd name="connsiteX7" fmla="*/ 1355725 w 1563687"/>
                  <a:gd name="connsiteY7" fmla="*/ 0 h 225425"/>
                  <a:gd name="connsiteX8" fmla="*/ 1563687 w 1563687"/>
                  <a:gd name="connsiteY8" fmla="*/ 216694 h 225425"/>
                  <a:gd name="connsiteX0" fmla="*/ 0 w 1563687"/>
                  <a:gd name="connsiteY0" fmla="*/ 225425 h 225425"/>
                  <a:gd name="connsiteX1" fmla="*/ 209550 w 1563687"/>
                  <a:gd name="connsiteY1" fmla="*/ 6350 h 225425"/>
                  <a:gd name="connsiteX2" fmla="*/ 400050 w 1563687"/>
                  <a:gd name="connsiteY2" fmla="*/ 203994 h 225425"/>
                  <a:gd name="connsiteX3" fmla="*/ 590550 w 1563687"/>
                  <a:gd name="connsiteY3" fmla="*/ 3969 h 225425"/>
                  <a:gd name="connsiteX4" fmla="*/ 781051 w 1563687"/>
                  <a:gd name="connsiteY4" fmla="*/ 208755 h 225425"/>
                  <a:gd name="connsiteX5" fmla="*/ 970756 w 1563687"/>
                  <a:gd name="connsiteY5" fmla="*/ 2381 h 225425"/>
                  <a:gd name="connsiteX6" fmla="*/ 1166019 w 1563687"/>
                  <a:gd name="connsiteY6" fmla="*/ 200025 h 225425"/>
                  <a:gd name="connsiteX7" fmla="*/ 1355725 w 1563687"/>
                  <a:gd name="connsiteY7" fmla="*/ 0 h 225425"/>
                  <a:gd name="connsiteX8" fmla="*/ 1563687 w 1563687"/>
                  <a:gd name="connsiteY8" fmla="*/ 216694 h 225425"/>
                  <a:gd name="connsiteX0" fmla="*/ 0 w 1563687"/>
                  <a:gd name="connsiteY0" fmla="*/ 225425 h 225425"/>
                  <a:gd name="connsiteX1" fmla="*/ 209550 w 1563687"/>
                  <a:gd name="connsiteY1" fmla="*/ 6350 h 225425"/>
                  <a:gd name="connsiteX2" fmla="*/ 400050 w 1563687"/>
                  <a:gd name="connsiteY2" fmla="*/ 203994 h 225425"/>
                  <a:gd name="connsiteX3" fmla="*/ 590550 w 1563687"/>
                  <a:gd name="connsiteY3" fmla="*/ 3969 h 225425"/>
                  <a:gd name="connsiteX4" fmla="*/ 781051 w 1563687"/>
                  <a:gd name="connsiteY4" fmla="*/ 208755 h 225425"/>
                  <a:gd name="connsiteX5" fmla="*/ 970756 w 1563687"/>
                  <a:gd name="connsiteY5" fmla="*/ 2381 h 225425"/>
                  <a:gd name="connsiteX6" fmla="*/ 1166019 w 1563687"/>
                  <a:gd name="connsiteY6" fmla="*/ 200025 h 225425"/>
                  <a:gd name="connsiteX7" fmla="*/ 1355725 w 1563687"/>
                  <a:gd name="connsiteY7" fmla="*/ 0 h 225425"/>
                  <a:gd name="connsiteX8" fmla="*/ 1563687 w 1563687"/>
                  <a:gd name="connsiteY8" fmla="*/ 216694 h 225425"/>
                  <a:gd name="connsiteX0" fmla="*/ 0 w 1563687"/>
                  <a:gd name="connsiteY0" fmla="*/ 225425 h 225425"/>
                  <a:gd name="connsiteX1" fmla="*/ 209550 w 1563687"/>
                  <a:gd name="connsiteY1" fmla="*/ 6350 h 225425"/>
                  <a:gd name="connsiteX2" fmla="*/ 400050 w 1563687"/>
                  <a:gd name="connsiteY2" fmla="*/ 203994 h 225425"/>
                  <a:gd name="connsiteX3" fmla="*/ 590550 w 1563687"/>
                  <a:gd name="connsiteY3" fmla="*/ 3969 h 225425"/>
                  <a:gd name="connsiteX4" fmla="*/ 781051 w 1563687"/>
                  <a:gd name="connsiteY4" fmla="*/ 208755 h 225425"/>
                  <a:gd name="connsiteX5" fmla="*/ 970756 w 1563687"/>
                  <a:gd name="connsiteY5" fmla="*/ 2381 h 225425"/>
                  <a:gd name="connsiteX6" fmla="*/ 1166019 w 1563687"/>
                  <a:gd name="connsiteY6" fmla="*/ 200025 h 225425"/>
                  <a:gd name="connsiteX7" fmla="*/ 1355725 w 1563687"/>
                  <a:gd name="connsiteY7" fmla="*/ 0 h 225425"/>
                  <a:gd name="connsiteX8" fmla="*/ 1563687 w 1563687"/>
                  <a:gd name="connsiteY8" fmla="*/ 216694 h 225425"/>
                  <a:gd name="connsiteX0" fmla="*/ 0 w 1563687"/>
                  <a:gd name="connsiteY0" fmla="*/ 225425 h 225425"/>
                  <a:gd name="connsiteX1" fmla="*/ 209550 w 1563687"/>
                  <a:gd name="connsiteY1" fmla="*/ 6350 h 225425"/>
                  <a:gd name="connsiteX2" fmla="*/ 400050 w 1563687"/>
                  <a:gd name="connsiteY2" fmla="*/ 203994 h 225425"/>
                  <a:gd name="connsiteX3" fmla="*/ 590550 w 1563687"/>
                  <a:gd name="connsiteY3" fmla="*/ 3969 h 225425"/>
                  <a:gd name="connsiteX4" fmla="*/ 781051 w 1563687"/>
                  <a:gd name="connsiteY4" fmla="*/ 208755 h 225425"/>
                  <a:gd name="connsiteX5" fmla="*/ 970756 w 1563687"/>
                  <a:gd name="connsiteY5" fmla="*/ 2381 h 225425"/>
                  <a:gd name="connsiteX6" fmla="*/ 1166019 w 1563687"/>
                  <a:gd name="connsiteY6" fmla="*/ 200025 h 225425"/>
                  <a:gd name="connsiteX7" fmla="*/ 1355725 w 1563687"/>
                  <a:gd name="connsiteY7" fmla="*/ 0 h 225425"/>
                  <a:gd name="connsiteX8" fmla="*/ 1563687 w 1563687"/>
                  <a:gd name="connsiteY8" fmla="*/ 216694 h 225425"/>
                  <a:gd name="connsiteX0" fmla="*/ 0 w 1563687"/>
                  <a:gd name="connsiteY0" fmla="*/ 225425 h 225425"/>
                  <a:gd name="connsiteX1" fmla="*/ 209550 w 1563687"/>
                  <a:gd name="connsiteY1" fmla="*/ 6350 h 225425"/>
                  <a:gd name="connsiteX2" fmla="*/ 400050 w 1563687"/>
                  <a:gd name="connsiteY2" fmla="*/ 203994 h 225425"/>
                  <a:gd name="connsiteX3" fmla="*/ 590550 w 1563687"/>
                  <a:gd name="connsiteY3" fmla="*/ 3969 h 225425"/>
                  <a:gd name="connsiteX4" fmla="*/ 781051 w 1563687"/>
                  <a:gd name="connsiteY4" fmla="*/ 208755 h 225425"/>
                  <a:gd name="connsiteX5" fmla="*/ 970756 w 1563687"/>
                  <a:gd name="connsiteY5" fmla="*/ 2381 h 225425"/>
                  <a:gd name="connsiteX6" fmla="*/ 1166019 w 1563687"/>
                  <a:gd name="connsiteY6" fmla="*/ 200025 h 225425"/>
                  <a:gd name="connsiteX7" fmla="*/ 1355725 w 1563687"/>
                  <a:gd name="connsiteY7" fmla="*/ 0 h 225425"/>
                  <a:gd name="connsiteX8" fmla="*/ 1563687 w 1563687"/>
                  <a:gd name="connsiteY8" fmla="*/ 216694 h 225425"/>
                  <a:gd name="connsiteX0" fmla="*/ 0 w 1563687"/>
                  <a:gd name="connsiteY0" fmla="*/ 225425 h 225425"/>
                  <a:gd name="connsiteX1" fmla="*/ 209550 w 1563687"/>
                  <a:gd name="connsiteY1" fmla="*/ 6350 h 225425"/>
                  <a:gd name="connsiteX2" fmla="*/ 400050 w 1563687"/>
                  <a:gd name="connsiteY2" fmla="*/ 203994 h 225425"/>
                  <a:gd name="connsiteX3" fmla="*/ 590550 w 1563687"/>
                  <a:gd name="connsiteY3" fmla="*/ 3969 h 225425"/>
                  <a:gd name="connsiteX4" fmla="*/ 781051 w 1563687"/>
                  <a:gd name="connsiteY4" fmla="*/ 208755 h 225425"/>
                  <a:gd name="connsiteX5" fmla="*/ 970756 w 1563687"/>
                  <a:gd name="connsiteY5" fmla="*/ 2381 h 225425"/>
                  <a:gd name="connsiteX6" fmla="*/ 1166019 w 1563687"/>
                  <a:gd name="connsiteY6" fmla="*/ 200025 h 225425"/>
                  <a:gd name="connsiteX7" fmla="*/ 1355725 w 1563687"/>
                  <a:gd name="connsiteY7" fmla="*/ 0 h 225425"/>
                  <a:gd name="connsiteX8" fmla="*/ 1563687 w 1563687"/>
                  <a:gd name="connsiteY8" fmla="*/ 216694 h 225425"/>
                  <a:gd name="connsiteX0" fmla="*/ 0 w 1563687"/>
                  <a:gd name="connsiteY0" fmla="*/ 225425 h 225425"/>
                  <a:gd name="connsiteX1" fmla="*/ 209550 w 1563687"/>
                  <a:gd name="connsiteY1" fmla="*/ 6350 h 225425"/>
                  <a:gd name="connsiteX2" fmla="*/ 400050 w 1563687"/>
                  <a:gd name="connsiteY2" fmla="*/ 203994 h 225425"/>
                  <a:gd name="connsiteX3" fmla="*/ 590550 w 1563687"/>
                  <a:gd name="connsiteY3" fmla="*/ 3969 h 225425"/>
                  <a:gd name="connsiteX4" fmla="*/ 781051 w 1563687"/>
                  <a:gd name="connsiteY4" fmla="*/ 208755 h 225425"/>
                  <a:gd name="connsiteX5" fmla="*/ 970756 w 1563687"/>
                  <a:gd name="connsiteY5" fmla="*/ 2381 h 225425"/>
                  <a:gd name="connsiteX6" fmla="*/ 1166019 w 1563687"/>
                  <a:gd name="connsiteY6" fmla="*/ 200025 h 225425"/>
                  <a:gd name="connsiteX7" fmla="*/ 1355725 w 1563687"/>
                  <a:gd name="connsiteY7" fmla="*/ 0 h 225425"/>
                  <a:gd name="connsiteX8" fmla="*/ 1563687 w 1563687"/>
                  <a:gd name="connsiteY8" fmla="*/ 216694 h 225425"/>
                  <a:gd name="connsiteX0" fmla="*/ 0 w 1563687"/>
                  <a:gd name="connsiteY0" fmla="*/ 225425 h 225425"/>
                  <a:gd name="connsiteX1" fmla="*/ 209550 w 1563687"/>
                  <a:gd name="connsiteY1" fmla="*/ 6350 h 225425"/>
                  <a:gd name="connsiteX2" fmla="*/ 400050 w 1563687"/>
                  <a:gd name="connsiteY2" fmla="*/ 203994 h 225425"/>
                  <a:gd name="connsiteX3" fmla="*/ 590550 w 1563687"/>
                  <a:gd name="connsiteY3" fmla="*/ 3969 h 225425"/>
                  <a:gd name="connsiteX4" fmla="*/ 781051 w 1563687"/>
                  <a:gd name="connsiteY4" fmla="*/ 208755 h 225425"/>
                  <a:gd name="connsiteX5" fmla="*/ 970756 w 1563687"/>
                  <a:gd name="connsiteY5" fmla="*/ 2381 h 225425"/>
                  <a:gd name="connsiteX6" fmla="*/ 1166019 w 1563687"/>
                  <a:gd name="connsiteY6" fmla="*/ 200025 h 225425"/>
                  <a:gd name="connsiteX7" fmla="*/ 1355725 w 1563687"/>
                  <a:gd name="connsiteY7" fmla="*/ 0 h 225425"/>
                  <a:gd name="connsiteX8" fmla="*/ 1563687 w 1563687"/>
                  <a:gd name="connsiteY8" fmla="*/ 216694 h 225425"/>
                  <a:gd name="connsiteX0" fmla="*/ 0 w 1563687"/>
                  <a:gd name="connsiteY0" fmla="*/ 225425 h 225425"/>
                  <a:gd name="connsiteX1" fmla="*/ 209550 w 1563687"/>
                  <a:gd name="connsiteY1" fmla="*/ 6350 h 225425"/>
                  <a:gd name="connsiteX2" fmla="*/ 400050 w 1563687"/>
                  <a:gd name="connsiteY2" fmla="*/ 203994 h 225425"/>
                  <a:gd name="connsiteX3" fmla="*/ 590550 w 1563687"/>
                  <a:gd name="connsiteY3" fmla="*/ 3969 h 225425"/>
                  <a:gd name="connsiteX4" fmla="*/ 781051 w 1563687"/>
                  <a:gd name="connsiteY4" fmla="*/ 208755 h 225425"/>
                  <a:gd name="connsiteX5" fmla="*/ 970756 w 1563687"/>
                  <a:gd name="connsiteY5" fmla="*/ 2381 h 225425"/>
                  <a:gd name="connsiteX6" fmla="*/ 1166019 w 1563687"/>
                  <a:gd name="connsiteY6" fmla="*/ 200025 h 225425"/>
                  <a:gd name="connsiteX7" fmla="*/ 1355725 w 1563687"/>
                  <a:gd name="connsiteY7" fmla="*/ 0 h 225425"/>
                  <a:gd name="connsiteX8" fmla="*/ 1563687 w 1563687"/>
                  <a:gd name="connsiteY8" fmla="*/ 216694 h 225425"/>
                  <a:gd name="connsiteX0" fmla="*/ 0 w 1563687"/>
                  <a:gd name="connsiteY0" fmla="*/ 225425 h 225425"/>
                  <a:gd name="connsiteX1" fmla="*/ 209550 w 1563687"/>
                  <a:gd name="connsiteY1" fmla="*/ 6350 h 225425"/>
                  <a:gd name="connsiteX2" fmla="*/ 400050 w 1563687"/>
                  <a:gd name="connsiteY2" fmla="*/ 203994 h 225425"/>
                  <a:gd name="connsiteX3" fmla="*/ 590550 w 1563687"/>
                  <a:gd name="connsiteY3" fmla="*/ 3969 h 225425"/>
                  <a:gd name="connsiteX4" fmla="*/ 781051 w 1563687"/>
                  <a:gd name="connsiteY4" fmla="*/ 208755 h 225425"/>
                  <a:gd name="connsiteX5" fmla="*/ 970756 w 1563687"/>
                  <a:gd name="connsiteY5" fmla="*/ 2381 h 225425"/>
                  <a:gd name="connsiteX6" fmla="*/ 1166019 w 1563687"/>
                  <a:gd name="connsiteY6" fmla="*/ 200025 h 225425"/>
                  <a:gd name="connsiteX7" fmla="*/ 1355725 w 1563687"/>
                  <a:gd name="connsiteY7" fmla="*/ 0 h 225425"/>
                  <a:gd name="connsiteX8" fmla="*/ 1563687 w 1563687"/>
                  <a:gd name="connsiteY8" fmla="*/ 216694 h 225425"/>
                  <a:gd name="connsiteX0" fmla="*/ 0 w 1563687"/>
                  <a:gd name="connsiteY0" fmla="*/ 225425 h 225425"/>
                  <a:gd name="connsiteX1" fmla="*/ 209550 w 1563687"/>
                  <a:gd name="connsiteY1" fmla="*/ 6350 h 225425"/>
                  <a:gd name="connsiteX2" fmla="*/ 400050 w 1563687"/>
                  <a:gd name="connsiteY2" fmla="*/ 203994 h 225425"/>
                  <a:gd name="connsiteX3" fmla="*/ 590550 w 1563687"/>
                  <a:gd name="connsiteY3" fmla="*/ 3969 h 225425"/>
                  <a:gd name="connsiteX4" fmla="*/ 781051 w 1563687"/>
                  <a:gd name="connsiteY4" fmla="*/ 208755 h 225425"/>
                  <a:gd name="connsiteX5" fmla="*/ 970756 w 1563687"/>
                  <a:gd name="connsiteY5" fmla="*/ 2381 h 225425"/>
                  <a:gd name="connsiteX6" fmla="*/ 1166019 w 1563687"/>
                  <a:gd name="connsiteY6" fmla="*/ 200025 h 225425"/>
                  <a:gd name="connsiteX7" fmla="*/ 1355725 w 1563687"/>
                  <a:gd name="connsiteY7" fmla="*/ 0 h 225425"/>
                  <a:gd name="connsiteX8" fmla="*/ 1563687 w 1563687"/>
                  <a:gd name="connsiteY8" fmla="*/ 216694 h 225425"/>
                  <a:gd name="connsiteX0" fmla="*/ 0 w 1563687"/>
                  <a:gd name="connsiteY0" fmla="*/ 225425 h 225425"/>
                  <a:gd name="connsiteX1" fmla="*/ 209550 w 1563687"/>
                  <a:gd name="connsiteY1" fmla="*/ 6350 h 225425"/>
                  <a:gd name="connsiteX2" fmla="*/ 400050 w 1563687"/>
                  <a:gd name="connsiteY2" fmla="*/ 203994 h 225425"/>
                  <a:gd name="connsiteX3" fmla="*/ 590550 w 1563687"/>
                  <a:gd name="connsiteY3" fmla="*/ 3969 h 225425"/>
                  <a:gd name="connsiteX4" fmla="*/ 781051 w 1563687"/>
                  <a:gd name="connsiteY4" fmla="*/ 208755 h 225425"/>
                  <a:gd name="connsiteX5" fmla="*/ 970756 w 1563687"/>
                  <a:gd name="connsiteY5" fmla="*/ 2381 h 225425"/>
                  <a:gd name="connsiteX6" fmla="*/ 1166019 w 1563687"/>
                  <a:gd name="connsiteY6" fmla="*/ 200025 h 225425"/>
                  <a:gd name="connsiteX7" fmla="*/ 1355725 w 1563687"/>
                  <a:gd name="connsiteY7" fmla="*/ 0 h 225425"/>
                  <a:gd name="connsiteX8" fmla="*/ 1563687 w 1563687"/>
                  <a:gd name="connsiteY8" fmla="*/ 216694 h 225425"/>
                  <a:gd name="connsiteX0" fmla="*/ 0 w 1563687"/>
                  <a:gd name="connsiteY0" fmla="*/ 225425 h 225425"/>
                  <a:gd name="connsiteX1" fmla="*/ 209550 w 1563687"/>
                  <a:gd name="connsiteY1" fmla="*/ 6350 h 225425"/>
                  <a:gd name="connsiteX2" fmla="*/ 400050 w 1563687"/>
                  <a:gd name="connsiteY2" fmla="*/ 203994 h 225425"/>
                  <a:gd name="connsiteX3" fmla="*/ 590550 w 1563687"/>
                  <a:gd name="connsiteY3" fmla="*/ 3969 h 225425"/>
                  <a:gd name="connsiteX4" fmla="*/ 781051 w 1563687"/>
                  <a:gd name="connsiteY4" fmla="*/ 208755 h 225425"/>
                  <a:gd name="connsiteX5" fmla="*/ 970756 w 1563687"/>
                  <a:gd name="connsiteY5" fmla="*/ 2381 h 225425"/>
                  <a:gd name="connsiteX6" fmla="*/ 1166019 w 1563687"/>
                  <a:gd name="connsiteY6" fmla="*/ 200025 h 225425"/>
                  <a:gd name="connsiteX7" fmla="*/ 1355725 w 1563687"/>
                  <a:gd name="connsiteY7" fmla="*/ 0 h 225425"/>
                  <a:gd name="connsiteX8" fmla="*/ 1563687 w 1563687"/>
                  <a:gd name="connsiteY8" fmla="*/ 216694 h 225425"/>
                  <a:gd name="connsiteX0" fmla="*/ 0 w 1563687"/>
                  <a:gd name="connsiteY0" fmla="*/ 225425 h 225425"/>
                  <a:gd name="connsiteX1" fmla="*/ 209550 w 1563687"/>
                  <a:gd name="connsiteY1" fmla="*/ 6350 h 225425"/>
                  <a:gd name="connsiteX2" fmla="*/ 400050 w 1563687"/>
                  <a:gd name="connsiteY2" fmla="*/ 203994 h 225425"/>
                  <a:gd name="connsiteX3" fmla="*/ 590550 w 1563687"/>
                  <a:gd name="connsiteY3" fmla="*/ 3969 h 225425"/>
                  <a:gd name="connsiteX4" fmla="*/ 781051 w 1563687"/>
                  <a:gd name="connsiteY4" fmla="*/ 208755 h 225425"/>
                  <a:gd name="connsiteX5" fmla="*/ 970756 w 1563687"/>
                  <a:gd name="connsiteY5" fmla="*/ 2381 h 225425"/>
                  <a:gd name="connsiteX6" fmla="*/ 1166019 w 1563687"/>
                  <a:gd name="connsiteY6" fmla="*/ 200025 h 225425"/>
                  <a:gd name="connsiteX7" fmla="*/ 1355725 w 1563687"/>
                  <a:gd name="connsiteY7" fmla="*/ 0 h 225425"/>
                  <a:gd name="connsiteX8" fmla="*/ 1563687 w 1563687"/>
                  <a:gd name="connsiteY8" fmla="*/ 216694 h 225425"/>
                  <a:gd name="connsiteX0" fmla="*/ 0 w 1563687"/>
                  <a:gd name="connsiteY0" fmla="*/ 225425 h 225425"/>
                  <a:gd name="connsiteX1" fmla="*/ 209550 w 1563687"/>
                  <a:gd name="connsiteY1" fmla="*/ 6350 h 225425"/>
                  <a:gd name="connsiteX2" fmla="*/ 400050 w 1563687"/>
                  <a:gd name="connsiteY2" fmla="*/ 203994 h 225425"/>
                  <a:gd name="connsiteX3" fmla="*/ 590550 w 1563687"/>
                  <a:gd name="connsiteY3" fmla="*/ 3969 h 225425"/>
                  <a:gd name="connsiteX4" fmla="*/ 781051 w 1563687"/>
                  <a:gd name="connsiteY4" fmla="*/ 208755 h 225425"/>
                  <a:gd name="connsiteX5" fmla="*/ 970756 w 1563687"/>
                  <a:gd name="connsiteY5" fmla="*/ 2381 h 225425"/>
                  <a:gd name="connsiteX6" fmla="*/ 1166019 w 1563687"/>
                  <a:gd name="connsiteY6" fmla="*/ 200025 h 225425"/>
                  <a:gd name="connsiteX7" fmla="*/ 1355725 w 1563687"/>
                  <a:gd name="connsiteY7" fmla="*/ 0 h 225425"/>
                  <a:gd name="connsiteX8" fmla="*/ 1563687 w 1563687"/>
                  <a:gd name="connsiteY8" fmla="*/ 216694 h 225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563687" h="225425">
                    <a:moveTo>
                      <a:pt x="0" y="225425"/>
                    </a:moveTo>
                    <a:cubicBezTo>
                      <a:pt x="8732" y="215900"/>
                      <a:pt x="181769" y="35719"/>
                      <a:pt x="209550" y="6350"/>
                    </a:cubicBezTo>
                    <a:cubicBezTo>
                      <a:pt x="242094" y="41275"/>
                      <a:pt x="355600" y="161926"/>
                      <a:pt x="400050" y="203994"/>
                    </a:cubicBezTo>
                    <a:cubicBezTo>
                      <a:pt x="445294" y="161131"/>
                      <a:pt x="552450" y="46831"/>
                      <a:pt x="590550" y="3969"/>
                    </a:cubicBezTo>
                    <a:cubicBezTo>
                      <a:pt x="634206" y="50800"/>
                      <a:pt x="754064" y="183355"/>
                      <a:pt x="781051" y="208755"/>
                    </a:cubicBezTo>
                    <a:cubicBezTo>
                      <a:pt x="818092" y="173302"/>
                      <a:pt x="907521" y="71172"/>
                      <a:pt x="970756" y="2381"/>
                    </a:cubicBezTo>
                    <a:lnTo>
                      <a:pt x="1166019" y="200025"/>
                    </a:lnTo>
                    <a:lnTo>
                      <a:pt x="1355725" y="0"/>
                    </a:lnTo>
                    <a:lnTo>
                      <a:pt x="1563687" y="216694"/>
                    </a:lnTo>
                  </a:path>
                </a:pathLst>
              </a:custGeom>
              <a:noFill/>
              <a:ln w="38100">
                <a:gradFill flip="none" rotWithShape="1">
                  <a:gsLst>
                    <a:gs pos="0">
                      <a:schemeClr val="accent2"/>
                    </a:gs>
                    <a:gs pos="100000">
                      <a:srgbClr val="FF0000"/>
                    </a:gs>
                  </a:gsLst>
                  <a:lin ang="0" scaled="1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/>
              </a:p>
            </p:txBody>
          </p:sp>
          <p:cxnSp>
            <p:nvCxnSpPr>
              <p:cNvPr id="126" name="Gerade Verbindung mit Pfeil 125">
                <a:extLst>
                  <a:ext uri="{FF2B5EF4-FFF2-40B4-BE49-F238E27FC236}">
                    <a16:creationId xmlns:a16="http://schemas.microsoft.com/office/drawing/2014/main" id="{D9607062-9D89-BF25-AA20-3DE90DB5C82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584950" y="2212975"/>
                <a:ext cx="1196975" cy="0"/>
              </a:xfrm>
              <a:prstGeom prst="straightConnector1">
                <a:avLst/>
              </a:prstGeom>
              <a:ln w="38100">
                <a:solidFill>
                  <a:schemeClr val="accent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" name="Gerade Verbindung mit Pfeil 128">
                <a:extLst>
                  <a:ext uri="{FF2B5EF4-FFF2-40B4-BE49-F238E27FC236}">
                    <a16:creationId xmlns:a16="http://schemas.microsoft.com/office/drawing/2014/main" id="{01ED1C40-5C57-69BB-D63A-EF8B1499E1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15087" y="1600006"/>
                <a:ext cx="673942" cy="0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Gerade Verbindung mit Pfeil 131">
                <a:extLst>
                  <a:ext uri="{FF2B5EF4-FFF2-40B4-BE49-F238E27FC236}">
                    <a16:creationId xmlns:a16="http://schemas.microsoft.com/office/drawing/2014/main" id="{138642F9-563A-772E-3910-48469F24D47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490205" y="2181614"/>
                <a:ext cx="673942" cy="0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4" name="Textfeld 133">
              <a:extLst>
                <a:ext uri="{FF2B5EF4-FFF2-40B4-BE49-F238E27FC236}">
                  <a16:creationId xmlns:a16="http://schemas.microsoft.com/office/drawing/2014/main" id="{157C70D8-C8BF-DA3F-8162-74313D67D1E7}"/>
                </a:ext>
              </a:extLst>
            </p:cNvPr>
            <p:cNvSpPr txBox="1"/>
            <p:nvPr/>
          </p:nvSpPr>
          <p:spPr>
            <a:xfrm>
              <a:off x="6363479" y="1698174"/>
              <a:ext cx="970384" cy="2347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  <a:spcBef>
                  <a:spcPts val="625"/>
                </a:spcBef>
                <a:buClr>
                  <a:schemeClr val="accent1"/>
                </a:buClr>
              </a:pPr>
              <a:r>
                <a:rPr lang="en-US" sz="1400" noProof="0">
                  <a:solidFill>
                    <a:schemeClr val="tx2"/>
                  </a:solidFill>
                </a:rPr>
                <a:t>Reactants</a:t>
              </a:r>
            </a:p>
          </p:txBody>
        </p:sp>
        <p:sp>
          <p:nvSpPr>
            <p:cNvPr id="135" name="Textfeld 134">
              <a:extLst>
                <a:ext uri="{FF2B5EF4-FFF2-40B4-BE49-F238E27FC236}">
                  <a16:creationId xmlns:a16="http://schemas.microsoft.com/office/drawing/2014/main" id="{444915D4-6D12-959A-494E-AB148F3B29A6}"/>
                </a:ext>
              </a:extLst>
            </p:cNvPr>
            <p:cNvSpPr txBox="1"/>
            <p:nvPr/>
          </p:nvSpPr>
          <p:spPr>
            <a:xfrm>
              <a:off x="6385250" y="2298443"/>
              <a:ext cx="948613" cy="2347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  <a:spcBef>
                  <a:spcPts val="625"/>
                </a:spcBef>
                <a:buClr>
                  <a:schemeClr val="accent1"/>
                </a:buClr>
              </a:pPr>
              <a:r>
                <a:rPr lang="en-US" sz="1400" noProof="0">
                  <a:solidFill>
                    <a:schemeClr val="tx2"/>
                  </a:solidFill>
                </a:rPr>
                <a:t>Products</a:t>
              </a:r>
            </a:p>
          </p:txBody>
        </p:sp>
        <p:sp>
          <p:nvSpPr>
            <p:cNvPr id="137" name="Textfeld 136">
              <a:extLst>
                <a:ext uri="{FF2B5EF4-FFF2-40B4-BE49-F238E27FC236}">
                  <a16:creationId xmlns:a16="http://schemas.microsoft.com/office/drawing/2014/main" id="{D45AB0D0-C891-AB47-682B-539951980BFE}"/>
                </a:ext>
              </a:extLst>
            </p:cNvPr>
            <p:cNvSpPr txBox="1"/>
            <p:nvPr/>
          </p:nvSpPr>
          <p:spPr>
            <a:xfrm>
              <a:off x="5922607" y="1113846"/>
              <a:ext cx="6097554" cy="7029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  <a:spcBef>
                  <a:spcPts val="625"/>
                </a:spcBef>
                <a:buClr>
                  <a:schemeClr val="accent1"/>
                </a:buClr>
              </a:pPr>
              <a:r>
                <a:rPr lang="en-US" sz="1800" u="sng" noProof="0">
                  <a:solidFill>
                    <a:srgbClr val="000000"/>
                  </a:solidFill>
                </a:rPr>
                <a:t>Counter-Flow Concept:</a:t>
              </a:r>
            </a:p>
            <a:p>
              <a:pPr>
                <a:lnSpc>
                  <a:spcPct val="120000"/>
                </a:lnSpc>
                <a:spcBef>
                  <a:spcPts val="625"/>
                </a:spcBef>
                <a:buClr>
                  <a:schemeClr val="accent1"/>
                </a:buClr>
              </a:pPr>
              <a:endParaRPr lang="en-US" sz="1800" baseline="-25000" noProof="0">
                <a:solidFill>
                  <a:srgbClr val="000000"/>
                </a:solidFill>
              </a:endParaRPr>
            </a:p>
          </p:txBody>
        </p:sp>
        <p:sp>
          <p:nvSpPr>
            <p:cNvPr id="9" name="Textfeld 8">
              <a:extLst>
                <a:ext uri="{FF2B5EF4-FFF2-40B4-BE49-F238E27FC236}">
                  <a16:creationId xmlns:a16="http://schemas.microsoft.com/office/drawing/2014/main" id="{E7A6C62A-DA01-F06D-7285-5C29D8D2CCD4}"/>
                </a:ext>
              </a:extLst>
            </p:cNvPr>
            <p:cNvSpPr txBox="1"/>
            <p:nvPr/>
          </p:nvSpPr>
          <p:spPr>
            <a:xfrm>
              <a:off x="6160230" y="2973559"/>
              <a:ext cx="5859931" cy="113595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lnSpc>
                  <a:spcPct val="120000"/>
                </a:lnSpc>
                <a:spcBef>
                  <a:spcPts val="625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</a:pPr>
              <a:r>
                <a:rPr lang="en-US" sz="1800" noProof="0">
                  <a:solidFill>
                    <a:srgbClr val="000000"/>
                  </a:solidFill>
                </a:rPr>
                <a:t>Heat recovery through counter-flow system</a:t>
              </a:r>
            </a:p>
            <a:p>
              <a:pPr marL="285750" indent="-285750">
                <a:lnSpc>
                  <a:spcPct val="120000"/>
                </a:lnSpc>
                <a:spcBef>
                  <a:spcPts val="625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</a:pPr>
              <a:r>
                <a:rPr lang="en-US" sz="1800" noProof="0">
                  <a:solidFill>
                    <a:srgbClr val="000000"/>
                  </a:solidFill>
                </a:rPr>
                <a:t>Educts are preheated by products in the opposite direction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Pfeil: nach rechts 98">
                <a:extLst>
                  <a:ext uri="{FF2B5EF4-FFF2-40B4-BE49-F238E27FC236}">
                    <a16:creationId xmlns:a16="http://schemas.microsoft.com/office/drawing/2014/main" id="{B63A38B4-16EC-79DA-E3F7-CBED42DB8C01}"/>
                  </a:ext>
                </a:extLst>
              </p:cNvPr>
              <p:cNvSpPr/>
              <p:nvPr/>
            </p:nvSpPr>
            <p:spPr>
              <a:xfrm>
                <a:off x="4592790" y="2472080"/>
                <a:ext cx="326889" cy="356572"/>
              </a:xfrm>
              <a:prstGeom prst="rightArrow">
                <a:avLst>
                  <a:gd name="adj1" fmla="val 53810"/>
                  <a:gd name="adj2" fmla="val 50853"/>
                </a:avLst>
              </a:prstGeom>
              <a:solidFill>
                <a:srgbClr val="FFC000"/>
              </a:solidFill>
              <a:ln w="6350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noProof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sz="1000" i="1" noProof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000" b="0" i="1" noProof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</m:acc>
                        </m:e>
                        <m:sub>
                          <m:r>
                            <a:rPr lang="en-US" sz="1000" b="0" i="1" noProof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sub>
                      </m:sSub>
                    </m:oMath>
                  </m:oMathPara>
                </a14:m>
                <a:endParaRPr lang="en-US" sz="1000" noProof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99" name="Pfeil: nach rechts 98">
                <a:extLst>
                  <a:ext uri="{FF2B5EF4-FFF2-40B4-BE49-F238E27FC236}">
                    <a16:creationId xmlns:a16="http://schemas.microsoft.com/office/drawing/2014/main" id="{B63A38B4-16EC-79DA-E3F7-CBED42DB8C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2790" y="2472080"/>
                <a:ext cx="326889" cy="356572"/>
              </a:xfrm>
              <a:prstGeom prst="rightArrow">
                <a:avLst>
                  <a:gd name="adj1" fmla="val 53810"/>
                  <a:gd name="adj2" fmla="val 50853"/>
                </a:avLst>
              </a:prstGeom>
              <a:blipFill>
                <a:blip r:embed="rId3"/>
                <a:stretch>
                  <a:fillRect l="-10714"/>
                </a:stretch>
              </a:blipFill>
              <a:ln w="6350">
                <a:solidFill>
                  <a:schemeClr val="tx2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C9B452C6-83D1-0E1B-5FED-EF1B59445D81}"/>
              </a:ext>
            </a:extLst>
          </p:cNvPr>
          <p:cNvGrpSpPr/>
          <p:nvPr/>
        </p:nvGrpSpPr>
        <p:grpSpPr>
          <a:xfrm>
            <a:off x="2174226" y="4031193"/>
            <a:ext cx="5043279" cy="2541476"/>
            <a:chOff x="2174226" y="4031193"/>
            <a:chExt cx="5043279" cy="2541476"/>
          </a:xfrm>
        </p:grpSpPr>
        <p:sp>
          <p:nvSpPr>
            <p:cNvPr id="6" name="Textfeld 5">
              <a:extLst>
                <a:ext uri="{FF2B5EF4-FFF2-40B4-BE49-F238E27FC236}">
                  <a16:creationId xmlns:a16="http://schemas.microsoft.com/office/drawing/2014/main" id="{08FEF2D1-C6FF-D46D-C79B-7FF72ABAAB90}"/>
                </a:ext>
              </a:extLst>
            </p:cNvPr>
            <p:cNvSpPr txBox="1"/>
            <p:nvPr/>
          </p:nvSpPr>
          <p:spPr>
            <a:xfrm>
              <a:off x="5276851" y="5855210"/>
              <a:ext cx="1940654" cy="6560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spcBef>
                  <a:spcPts val="625"/>
                </a:spcBef>
                <a:buClr>
                  <a:schemeClr val="accent1"/>
                </a:buClr>
              </a:pPr>
              <a:r>
                <a:rPr lang="en-US" sz="1600" u="sng" noProof="0">
                  <a:solidFill>
                    <a:schemeClr val="tx2"/>
                  </a:solidFill>
                </a:rPr>
                <a:t>Monolithic Ceramic Outer tube</a:t>
              </a:r>
              <a:endParaRPr lang="en-US" sz="1600" u="sng" baseline="-25000" noProof="0">
                <a:solidFill>
                  <a:schemeClr val="tx2"/>
                </a:solidFill>
              </a:endParaRPr>
            </a:p>
          </p:txBody>
        </p:sp>
        <p:sp>
          <p:nvSpPr>
            <p:cNvPr id="13" name="Textfeld 12">
              <a:extLst>
                <a:ext uri="{FF2B5EF4-FFF2-40B4-BE49-F238E27FC236}">
                  <a16:creationId xmlns:a16="http://schemas.microsoft.com/office/drawing/2014/main" id="{EF9524D0-CC3A-618F-EB50-E8797A874420}"/>
                </a:ext>
              </a:extLst>
            </p:cNvPr>
            <p:cNvSpPr txBox="1"/>
            <p:nvPr/>
          </p:nvSpPr>
          <p:spPr>
            <a:xfrm>
              <a:off x="2190751" y="5541545"/>
              <a:ext cx="1543050" cy="6560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spcBef>
                  <a:spcPts val="625"/>
                </a:spcBef>
                <a:buClr>
                  <a:schemeClr val="accent1"/>
                </a:buClr>
              </a:pPr>
              <a:r>
                <a:rPr lang="en-US" sz="1600" u="sng" noProof="0">
                  <a:solidFill>
                    <a:schemeClr val="tx2"/>
                  </a:solidFill>
                </a:rPr>
                <a:t>OCMC Hybrid Tube</a:t>
              </a:r>
              <a:endParaRPr lang="en-US" sz="1600" u="sng" baseline="-25000" noProof="0">
                <a:solidFill>
                  <a:schemeClr val="tx2"/>
                </a:solidFill>
              </a:endParaRPr>
            </a:p>
          </p:txBody>
        </p:sp>
        <p:sp>
          <p:nvSpPr>
            <p:cNvPr id="177" name="Rechteck: abgerundete Ecken 176">
              <a:extLst>
                <a:ext uri="{FF2B5EF4-FFF2-40B4-BE49-F238E27FC236}">
                  <a16:creationId xmlns:a16="http://schemas.microsoft.com/office/drawing/2014/main" id="{D4B1240E-F3B8-D86B-C226-10A4664B4911}"/>
                </a:ext>
              </a:extLst>
            </p:cNvPr>
            <p:cNvSpPr/>
            <p:nvPr/>
          </p:nvSpPr>
          <p:spPr>
            <a:xfrm>
              <a:off x="5260326" y="5811225"/>
              <a:ext cx="1957179" cy="761444"/>
            </a:xfrm>
            <a:prstGeom prst="roundRect">
              <a:avLst/>
            </a:prstGeom>
            <a:noFill/>
            <a:ln w="127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noProof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78" name="Rechteck: abgerundete Ecken 177">
              <a:extLst>
                <a:ext uri="{FF2B5EF4-FFF2-40B4-BE49-F238E27FC236}">
                  <a16:creationId xmlns:a16="http://schemas.microsoft.com/office/drawing/2014/main" id="{00B5A13D-CCD5-C717-2268-42957E401B72}"/>
                </a:ext>
              </a:extLst>
            </p:cNvPr>
            <p:cNvSpPr/>
            <p:nvPr/>
          </p:nvSpPr>
          <p:spPr>
            <a:xfrm>
              <a:off x="2174226" y="5468324"/>
              <a:ext cx="1623073" cy="781847"/>
            </a:xfrm>
            <a:prstGeom prst="roundRect">
              <a:avLst/>
            </a:prstGeom>
            <a:noFill/>
            <a:ln w="127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noProof="0">
                <a:solidFill>
                  <a:sysClr val="windowText" lastClr="000000"/>
                </a:solidFill>
              </a:endParaRPr>
            </a:p>
          </p:txBody>
        </p:sp>
        <p:cxnSp>
          <p:nvCxnSpPr>
            <p:cNvPr id="19" name="Gerader Verbinder 18">
              <a:extLst>
                <a:ext uri="{FF2B5EF4-FFF2-40B4-BE49-F238E27FC236}">
                  <a16:creationId xmlns:a16="http://schemas.microsoft.com/office/drawing/2014/main" id="{875ECE5D-3F69-E2C6-C0FB-348C2A61DDEC}"/>
                </a:ext>
              </a:extLst>
            </p:cNvPr>
            <p:cNvCxnSpPr>
              <a:cxnSpLocks/>
              <a:stCxn id="178" idx="0"/>
              <a:endCxn id="98" idx="0"/>
            </p:cNvCxnSpPr>
            <p:nvPr/>
          </p:nvCxnSpPr>
          <p:spPr>
            <a:xfrm flipV="1">
              <a:off x="2985763" y="4031193"/>
              <a:ext cx="1448874" cy="143713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Gerader Verbinder 20">
              <a:extLst>
                <a:ext uri="{FF2B5EF4-FFF2-40B4-BE49-F238E27FC236}">
                  <a16:creationId xmlns:a16="http://schemas.microsoft.com/office/drawing/2014/main" id="{67CCA494-85E6-5121-8ECB-76BFAA56ACA3}"/>
                </a:ext>
              </a:extLst>
            </p:cNvPr>
            <p:cNvCxnSpPr>
              <a:cxnSpLocks/>
              <a:stCxn id="177" idx="0"/>
            </p:cNvCxnSpPr>
            <p:nvPr/>
          </p:nvCxnSpPr>
          <p:spPr>
            <a:xfrm flipH="1" flipV="1">
              <a:off x="5181189" y="4890561"/>
              <a:ext cx="1057727" cy="92066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7" name="Gruppieren 146">
            <a:extLst>
              <a:ext uri="{FF2B5EF4-FFF2-40B4-BE49-F238E27FC236}">
                <a16:creationId xmlns:a16="http://schemas.microsoft.com/office/drawing/2014/main" id="{55B884D8-D706-77F5-48F6-E0D613021EB1}"/>
              </a:ext>
            </a:extLst>
          </p:cNvPr>
          <p:cNvGrpSpPr/>
          <p:nvPr/>
        </p:nvGrpSpPr>
        <p:grpSpPr>
          <a:xfrm>
            <a:off x="10131061" y="1766269"/>
            <a:ext cx="1355791" cy="747518"/>
            <a:chOff x="10131061" y="1766269"/>
            <a:chExt cx="1355791" cy="747518"/>
          </a:xfrm>
        </p:grpSpPr>
        <p:pic>
          <p:nvPicPr>
            <p:cNvPr id="2" name="Grafik 1" descr="Blitz mit einfarbiger Füllung">
              <a:extLst>
                <a:ext uri="{FF2B5EF4-FFF2-40B4-BE49-F238E27FC236}">
                  <a16:creationId xmlns:a16="http://schemas.microsoft.com/office/drawing/2014/main" id="{105CD401-A118-D6AD-13FB-4147B3A59AB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131061" y="1766269"/>
              <a:ext cx="614633" cy="622188"/>
            </a:xfrm>
            <a:prstGeom prst="rect">
              <a:avLst/>
            </a:prstGeom>
          </p:spPr>
        </p:pic>
        <p:sp>
          <p:nvSpPr>
            <p:cNvPr id="8" name="Pfeil: nach unten 7">
              <a:extLst>
                <a:ext uri="{FF2B5EF4-FFF2-40B4-BE49-F238E27FC236}">
                  <a16:creationId xmlns:a16="http://schemas.microsoft.com/office/drawing/2014/main" id="{FD15E040-91BA-4E31-4ABC-88FA07A7C62E}"/>
                </a:ext>
              </a:extLst>
            </p:cNvPr>
            <p:cNvSpPr/>
            <p:nvPr/>
          </p:nvSpPr>
          <p:spPr>
            <a:xfrm>
              <a:off x="10536150" y="1967186"/>
              <a:ext cx="513450" cy="546601"/>
            </a:xfrm>
            <a:prstGeom prst="downArrow">
              <a:avLst/>
            </a:prstGeom>
            <a:solidFill>
              <a:schemeClr val="bg1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noProof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9" name="Textfeld 138">
                  <a:extLst>
                    <a:ext uri="{FF2B5EF4-FFF2-40B4-BE49-F238E27FC236}">
                      <a16:creationId xmlns:a16="http://schemas.microsoft.com/office/drawing/2014/main" id="{565158E1-DAAF-2966-2F0C-F9F4A7BF35DE}"/>
                    </a:ext>
                  </a:extLst>
                </p:cNvPr>
                <p:cNvSpPr txBox="1"/>
                <p:nvPr/>
              </p:nvSpPr>
              <p:spPr>
                <a:xfrm>
                  <a:off x="10893279" y="1831226"/>
                  <a:ext cx="593573" cy="43736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>
                    <a:lnSpc>
                      <a:spcPct val="120000"/>
                    </a:lnSpc>
                    <a:spcBef>
                      <a:spcPts val="625"/>
                    </a:spcBef>
                    <a:buClr>
                      <a:schemeClr val="accent1"/>
                    </a:buClr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b="0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̇"/>
                                <m:ctrlPr>
                                  <a:rPr lang="en-US" sz="1800" i="1" noProof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800" b="0" i="1" noProof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e>
                            </m:acc>
                          </m:e>
                          <m:sub>
                            <m:r>
                              <a:rPr lang="en-US" sz="1800" b="0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𝑒𝑙</m:t>
                            </m:r>
                          </m:sub>
                        </m:sSub>
                      </m:oMath>
                    </m:oMathPara>
                  </a14:m>
                  <a:endParaRPr lang="en-US" sz="1800" noProof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39" name="Textfeld 138">
                  <a:extLst>
                    <a:ext uri="{FF2B5EF4-FFF2-40B4-BE49-F238E27FC236}">
                      <a16:creationId xmlns:a16="http://schemas.microsoft.com/office/drawing/2014/main" id="{565158E1-DAAF-2966-2F0C-F9F4A7BF35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93279" y="1831226"/>
                  <a:ext cx="593573" cy="437364"/>
                </a:xfrm>
                <a:prstGeom prst="rect">
                  <a:avLst/>
                </a:prstGeom>
                <a:blipFill>
                  <a:blip r:embed="rId6"/>
                  <a:stretch>
                    <a:fillRect b="-2778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475584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" grpId="0"/>
      <p:bldP spid="82" grpId="0" animBg="1"/>
      <p:bldP spid="89" grpId="0" animBg="1"/>
      <p:bldP spid="91" grpId="0" animBg="1"/>
      <p:bldP spid="92" grpId="0" animBg="1"/>
      <p:bldP spid="93" grpId="0" animBg="1"/>
      <p:bldP spid="94" grpId="0"/>
      <p:bldP spid="100" grpId="0"/>
      <p:bldP spid="90" grpId="0" animBg="1"/>
      <p:bldP spid="9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Rechteck: abgerundete Ecken 276">
            <a:extLst>
              <a:ext uri="{FF2B5EF4-FFF2-40B4-BE49-F238E27FC236}">
                <a16:creationId xmlns:a16="http://schemas.microsoft.com/office/drawing/2014/main" id="{67B974AD-8BCA-E98C-E98E-6C2184DBB82A}"/>
              </a:ext>
            </a:extLst>
          </p:cNvPr>
          <p:cNvSpPr/>
          <p:nvPr/>
        </p:nvSpPr>
        <p:spPr>
          <a:xfrm>
            <a:off x="519789" y="1029788"/>
            <a:ext cx="2770468" cy="3379146"/>
          </a:xfrm>
          <a:prstGeom prst="roundRect">
            <a:avLst>
              <a:gd name="adj" fmla="val 6938"/>
            </a:avLst>
          </a:prstGeom>
          <a:solidFill>
            <a:schemeClr val="bg1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noProof="0">
              <a:solidFill>
                <a:schemeClr val="tx2"/>
              </a:solidFill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FD4C843-B003-A5F6-42A3-03FB63EDA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noProof="0"/>
              <a:t>10.09.2025</a:t>
            </a:r>
            <a:endParaRPr lang="en-US" noProof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A098DAB-C233-DFF1-13FC-748F74260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/>
              <a:t>11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B71B4268-A1BF-4D33-58C4-30AE6DBF2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Heating Behavior</a:t>
            </a:r>
          </a:p>
        </p:txBody>
      </p:sp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416784BD-0127-0526-ED8A-00A3085D70D2}"/>
              </a:ext>
            </a:extLst>
          </p:cNvPr>
          <p:cNvGrpSpPr/>
          <p:nvPr/>
        </p:nvGrpSpPr>
        <p:grpSpPr>
          <a:xfrm>
            <a:off x="762220" y="1557953"/>
            <a:ext cx="1963773" cy="450000"/>
            <a:chOff x="785447" y="2674335"/>
            <a:chExt cx="1963773" cy="450000"/>
          </a:xfrm>
        </p:grpSpPr>
        <p:sp>
          <p:nvSpPr>
            <p:cNvPr id="10" name="Textfeld 9">
              <a:extLst>
                <a:ext uri="{FF2B5EF4-FFF2-40B4-BE49-F238E27FC236}">
                  <a16:creationId xmlns:a16="http://schemas.microsoft.com/office/drawing/2014/main" id="{5F2B7F02-D649-3452-3E41-1A85D38A73E8}"/>
                </a:ext>
              </a:extLst>
            </p:cNvPr>
            <p:cNvSpPr txBox="1"/>
            <p:nvPr/>
          </p:nvSpPr>
          <p:spPr>
            <a:xfrm>
              <a:off x="1237136" y="2725936"/>
              <a:ext cx="1512084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/>
              <a:r>
                <a:rPr lang="en-US" sz="1600" noProof="0">
                  <a:solidFill>
                    <a:schemeClr val="tx2"/>
                  </a:solidFill>
                </a:rPr>
                <a:t>Max.1150 °C</a:t>
              </a:r>
            </a:p>
          </p:txBody>
        </p:sp>
        <p:grpSp>
          <p:nvGrpSpPr>
            <p:cNvPr id="11" name="Gruppieren 10">
              <a:extLst>
                <a:ext uri="{FF2B5EF4-FFF2-40B4-BE49-F238E27FC236}">
                  <a16:creationId xmlns:a16="http://schemas.microsoft.com/office/drawing/2014/main" id="{6FE9C83D-B910-0BA9-75FC-A1DF528D48C3}"/>
                </a:ext>
              </a:extLst>
            </p:cNvPr>
            <p:cNvGrpSpPr/>
            <p:nvPr/>
          </p:nvGrpSpPr>
          <p:grpSpPr>
            <a:xfrm>
              <a:off x="785447" y="2674335"/>
              <a:ext cx="450000" cy="450000"/>
              <a:chOff x="638175" y="1914525"/>
              <a:chExt cx="846000" cy="846000"/>
            </a:xfrm>
          </p:grpSpPr>
          <p:sp>
            <p:nvSpPr>
              <p:cNvPr id="12" name="Ellipse 11">
                <a:extLst>
                  <a:ext uri="{FF2B5EF4-FFF2-40B4-BE49-F238E27FC236}">
                    <a16:creationId xmlns:a16="http://schemas.microsoft.com/office/drawing/2014/main" id="{6E6F08F8-C249-7C4D-B90B-B7A2E2D2BD49}"/>
                  </a:ext>
                </a:extLst>
              </p:cNvPr>
              <p:cNvSpPr/>
              <p:nvPr/>
            </p:nvSpPr>
            <p:spPr>
              <a:xfrm>
                <a:off x="638175" y="1914525"/>
                <a:ext cx="846000" cy="846000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noProof="0"/>
              </a:p>
            </p:txBody>
          </p:sp>
          <p:pic>
            <p:nvPicPr>
              <p:cNvPr id="13" name="Grafik 12" descr="Thermometer mit einfarbiger Füllung">
                <a:extLst>
                  <a:ext uri="{FF2B5EF4-FFF2-40B4-BE49-F238E27FC236}">
                    <a16:creationId xmlns:a16="http://schemas.microsoft.com/office/drawing/2014/main" id="{0FF2825F-AAC6-6116-3A73-67C30407620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704850" y="1971675"/>
                <a:ext cx="720000" cy="720000"/>
              </a:xfrm>
              <a:prstGeom prst="rect">
                <a:avLst/>
              </a:prstGeom>
            </p:spPr>
          </p:pic>
        </p:grpSp>
      </p:grp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B2F5984F-0FD4-6245-D833-E5898A41D5F7}"/>
              </a:ext>
            </a:extLst>
          </p:cNvPr>
          <p:cNvGrpSpPr/>
          <p:nvPr/>
        </p:nvGrpSpPr>
        <p:grpSpPr>
          <a:xfrm>
            <a:off x="771525" y="2918398"/>
            <a:ext cx="2079837" cy="584775"/>
            <a:chOff x="-918785" y="3757045"/>
            <a:chExt cx="2079837" cy="584775"/>
          </a:xfrm>
        </p:grpSpPr>
        <p:sp>
          <p:nvSpPr>
            <p:cNvPr id="50" name="Textfeld 49">
              <a:extLst>
                <a:ext uri="{FF2B5EF4-FFF2-40B4-BE49-F238E27FC236}">
                  <a16:creationId xmlns:a16="http://schemas.microsoft.com/office/drawing/2014/main" id="{4AAF915E-B153-DC6A-35A6-E07C40613FA7}"/>
                </a:ext>
              </a:extLst>
            </p:cNvPr>
            <p:cNvSpPr txBox="1"/>
            <p:nvPr/>
          </p:nvSpPr>
          <p:spPr>
            <a:xfrm>
              <a:off x="-408192" y="3757045"/>
              <a:ext cx="1569244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/>
              <a:r>
                <a:rPr lang="en-US" sz="1600" noProof="0">
                  <a:solidFill>
                    <a:schemeClr val="tx2"/>
                  </a:solidFill>
                </a:rPr>
                <a:t>2.5 l/min</a:t>
              </a:r>
              <a:r>
                <a:rPr lang="en-US" sz="1600" noProof="0">
                  <a:solidFill>
                    <a:srgbClr val="000000"/>
                  </a:solidFill>
                </a:rPr>
                <a:t> </a:t>
              </a:r>
            </a:p>
            <a:p>
              <a:r>
                <a:rPr lang="en-US" sz="1600" noProof="0">
                  <a:solidFill>
                    <a:srgbClr val="000000"/>
                  </a:solidFill>
                </a:rPr>
                <a:t>100 vol.% N</a:t>
              </a:r>
              <a:r>
                <a:rPr lang="en-US" sz="1600" baseline="-25000" noProof="0">
                  <a:solidFill>
                    <a:srgbClr val="000000"/>
                  </a:solidFill>
                </a:rPr>
                <a:t>2</a:t>
              </a:r>
            </a:p>
          </p:txBody>
        </p:sp>
        <p:grpSp>
          <p:nvGrpSpPr>
            <p:cNvPr id="272" name="Gruppieren 271">
              <a:extLst>
                <a:ext uri="{FF2B5EF4-FFF2-40B4-BE49-F238E27FC236}">
                  <a16:creationId xmlns:a16="http://schemas.microsoft.com/office/drawing/2014/main" id="{D972D531-B869-3292-4352-9E3C24E0162A}"/>
                </a:ext>
              </a:extLst>
            </p:cNvPr>
            <p:cNvGrpSpPr/>
            <p:nvPr/>
          </p:nvGrpSpPr>
          <p:grpSpPr>
            <a:xfrm>
              <a:off x="-918785" y="3804358"/>
              <a:ext cx="450000" cy="450000"/>
              <a:chOff x="848991" y="5783283"/>
              <a:chExt cx="720000" cy="720000"/>
            </a:xfrm>
          </p:grpSpPr>
          <p:sp>
            <p:nvSpPr>
              <p:cNvPr id="273" name="Ellipse 272">
                <a:extLst>
                  <a:ext uri="{FF2B5EF4-FFF2-40B4-BE49-F238E27FC236}">
                    <a16:creationId xmlns:a16="http://schemas.microsoft.com/office/drawing/2014/main" id="{160D2F06-6C25-75C7-485F-3B09A2DD11E8}"/>
                  </a:ext>
                </a:extLst>
              </p:cNvPr>
              <p:cNvSpPr/>
              <p:nvPr/>
            </p:nvSpPr>
            <p:spPr>
              <a:xfrm>
                <a:off x="848991" y="5791299"/>
                <a:ext cx="720000" cy="711984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noProof="0"/>
              </a:p>
            </p:txBody>
          </p:sp>
          <p:pic>
            <p:nvPicPr>
              <p:cNvPr id="274" name="Grafik 273" descr="Messgerät mit einfarbiger Füllung">
                <a:extLst>
                  <a:ext uri="{FF2B5EF4-FFF2-40B4-BE49-F238E27FC236}">
                    <a16:creationId xmlns:a16="http://schemas.microsoft.com/office/drawing/2014/main" id="{D28CC9B5-69E4-7B8D-59F6-7FE7EE66846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905736" y="5783283"/>
                <a:ext cx="612766" cy="605944"/>
              </a:xfrm>
              <a:prstGeom prst="rect">
                <a:avLst/>
              </a:prstGeom>
            </p:spPr>
          </p:pic>
        </p:grpSp>
      </p:grpSp>
      <p:sp>
        <p:nvSpPr>
          <p:cNvPr id="8" name="Textfeld 7">
            <a:extLst>
              <a:ext uri="{FF2B5EF4-FFF2-40B4-BE49-F238E27FC236}">
                <a16:creationId xmlns:a16="http://schemas.microsoft.com/office/drawing/2014/main" id="{4AD98ABE-6EB7-D522-2FE5-846FDA990E4D}"/>
              </a:ext>
            </a:extLst>
          </p:cNvPr>
          <p:cNvSpPr txBox="1"/>
          <p:nvPr/>
        </p:nvSpPr>
        <p:spPr>
          <a:xfrm>
            <a:off x="707806" y="1111983"/>
            <a:ext cx="2236953" cy="33541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  <a:spcBef>
                <a:spcPts val="625"/>
              </a:spcBef>
              <a:buClr>
                <a:schemeClr val="accent1"/>
              </a:buClr>
            </a:pPr>
            <a:r>
              <a:rPr lang="en-US" sz="2000" u="sng" noProof="0">
                <a:solidFill>
                  <a:schemeClr val="tx2"/>
                </a:solidFill>
              </a:rPr>
              <a:t>Process conditions </a:t>
            </a:r>
            <a:endParaRPr lang="en-US" sz="1600" noProof="0">
              <a:solidFill>
                <a:schemeClr val="tx2"/>
              </a:solidFill>
            </a:endParaRPr>
          </a:p>
        </p:txBody>
      </p:sp>
      <p:grpSp>
        <p:nvGrpSpPr>
          <p:cNvPr id="460" name="Gruppieren 459">
            <a:extLst>
              <a:ext uri="{FF2B5EF4-FFF2-40B4-BE49-F238E27FC236}">
                <a16:creationId xmlns:a16="http://schemas.microsoft.com/office/drawing/2014/main" id="{C70CF318-505D-23D1-B95E-9D56F9D1332E}"/>
              </a:ext>
            </a:extLst>
          </p:cNvPr>
          <p:cNvGrpSpPr/>
          <p:nvPr/>
        </p:nvGrpSpPr>
        <p:grpSpPr>
          <a:xfrm>
            <a:off x="4546478" y="5444499"/>
            <a:ext cx="6074654" cy="889348"/>
            <a:chOff x="5476875" y="5605205"/>
            <a:chExt cx="6074654" cy="889348"/>
          </a:xfrm>
        </p:grpSpPr>
        <p:sp>
          <p:nvSpPr>
            <p:cNvPr id="451" name="Rechteck: abgerundete Ecken 450">
              <a:extLst>
                <a:ext uri="{FF2B5EF4-FFF2-40B4-BE49-F238E27FC236}">
                  <a16:creationId xmlns:a16="http://schemas.microsoft.com/office/drawing/2014/main" id="{F0EB1990-BECA-5F74-B42B-1F20EE95C200}"/>
                </a:ext>
              </a:extLst>
            </p:cNvPr>
            <p:cNvSpPr/>
            <p:nvPr/>
          </p:nvSpPr>
          <p:spPr>
            <a:xfrm>
              <a:off x="5476875" y="5605205"/>
              <a:ext cx="6074654" cy="889348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noProof="0"/>
            </a:p>
          </p:txBody>
        </p:sp>
        <p:sp>
          <p:nvSpPr>
            <p:cNvPr id="15" name="Textfeld 14">
              <a:extLst>
                <a:ext uri="{FF2B5EF4-FFF2-40B4-BE49-F238E27FC236}">
                  <a16:creationId xmlns:a16="http://schemas.microsoft.com/office/drawing/2014/main" id="{EFFEB6F3-E703-5242-13CF-44002AACFF94}"/>
                </a:ext>
              </a:extLst>
            </p:cNvPr>
            <p:cNvSpPr txBox="1"/>
            <p:nvPr/>
          </p:nvSpPr>
          <p:spPr>
            <a:xfrm>
              <a:off x="5607993" y="5680099"/>
              <a:ext cx="5763339" cy="71122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285750" indent="-285750">
                <a:lnSpc>
                  <a:spcPct val="120000"/>
                </a:lnSpc>
                <a:spcBef>
                  <a:spcPts val="625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</a:pPr>
              <a:r>
                <a:rPr lang="en-US" sz="1800" noProof="0">
                  <a:solidFill>
                    <a:srgbClr val="000000"/>
                  </a:solidFill>
                </a:rPr>
                <a:t>Temperatures up to 1150 °C achievable</a:t>
              </a:r>
            </a:p>
            <a:p>
              <a:pPr marL="285750" indent="-285750">
                <a:lnSpc>
                  <a:spcPct val="120000"/>
                </a:lnSpc>
                <a:spcBef>
                  <a:spcPts val="625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</a:pPr>
              <a:r>
                <a:rPr lang="en-US" sz="1800" noProof="0">
                  <a:solidFill>
                    <a:srgbClr val="000000"/>
                  </a:solidFill>
                </a:rPr>
                <a:t>Targeted heat input through heat conductor design</a:t>
              </a:r>
              <a:endParaRPr lang="en-US" sz="1600" noProof="0">
                <a:solidFill>
                  <a:schemeClr val="tx2"/>
                </a:solidFill>
              </a:endParaRPr>
            </a:p>
          </p:txBody>
        </p:sp>
      </p:grp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B8A9AF65-C5AC-6F97-62A8-8A2CDB0EED3E}"/>
              </a:ext>
            </a:extLst>
          </p:cNvPr>
          <p:cNvGrpSpPr/>
          <p:nvPr/>
        </p:nvGrpSpPr>
        <p:grpSpPr>
          <a:xfrm>
            <a:off x="3887598" y="1044574"/>
            <a:ext cx="7179273" cy="4190615"/>
            <a:chOff x="5750251" y="36113856"/>
            <a:chExt cx="8733600" cy="4666005"/>
          </a:xfrm>
        </p:grpSpPr>
        <p:pic>
          <p:nvPicPr>
            <p:cNvPr id="14" name="Grafik 13">
              <a:extLst>
                <a:ext uri="{FF2B5EF4-FFF2-40B4-BE49-F238E27FC236}">
                  <a16:creationId xmlns:a16="http://schemas.microsoft.com/office/drawing/2014/main" id="{8D70E13C-3E2A-3A7D-11B2-BB76FEDCDB4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750251" y="36413061"/>
              <a:ext cx="8733600" cy="4366800"/>
            </a:xfrm>
            <a:prstGeom prst="rect">
              <a:avLst/>
            </a:prstGeom>
          </p:spPr>
        </p:pic>
        <p:grpSp>
          <p:nvGrpSpPr>
            <p:cNvPr id="16" name="Gruppieren 15">
              <a:extLst>
                <a:ext uri="{FF2B5EF4-FFF2-40B4-BE49-F238E27FC236}">
                  <a16:creationId xmlns:a16="http://schemas.microsoft.com/office/drawing/2014/main" id="{FDE8E292-D7AE-4363-00B6-5AE4DAA407CA}"/>
                </a:ext>
              </a:extLst>
            </p:cNvPr>
            <p:cNvGrpSpPr/>
            <p:nvPr/>
          </p:nvGrpSpPr>
          <p:grpSpPr>
            <a:xfrm>
              <a:off x="6349406" y="36113856"/>
              <a:ext cx="7508853" cy="4064652"/>
              <a:chOff x="6349406" y="36113856"/>
              <a:chExt cx="7508853" cy="4064652"/>
            </a:xfrm>
          </p:grpSpPr>
          <p:grpSp>
            <p:nvGrpSpPr>
              <p:cNvPr id="18" name="Gruppieren 17">
                <a:extLst>
                  <a:ext uri="{FF2B5EF4-FFF2-40B4-BE49-F238E27FC236}">
                    <a16:creationId xmlns:a16="http://schemas.microsoft.com/office/drawing/2014/main" id="{AC641B19-BE43-2C9F-F33C-43E72422471C}"/>
                  </a:ext>
                </a:extLst>
              </p:cNvPr>
              <p:cNvGrpSpPr/>
              <p:nvPr/>
            </p:nvGrpSpPr>
            <p:grpSpPr>
              <a:xfrm>
                <a:off x="6356003" y="36113856"/>
                <a:ext cx="7502256" cy="4064652"/>
                <a:chOff x="6452236" y="37543740"/>
                <a:chExt cx="7502256" cy="4064652"/>
              </a:xfrm>
            </p:grpSpPr>
            <p:grpSp>
              <p:nvGrpSpPr>
                <p:cNvPr id="53" name="Gruppieren 52">
                  <a:extLst>
                    <a:ext uri="{FF2B5EF4-FFF2-40B4-BE49-F238E27FC236}">
                      <a16:creationId xmlns:a16="http://schemas.microsoft.com/office/drawing/2014/main" id="{E9D37823-BD60-FC5A-8D16-6792886A67C8}"/>
                    </a:ext>
                  </a:extLst>
                </p:cNvPr>
                <p:cNvGrpSpPr/>
                <p:nvPr/>
              </p:nvGrpSpPr>
              <p:grpSpPr>
                <a:xfrm>
                  <a:off x="6452236" y="37555325"/>
                  <a:ext cx="7502256" cy="427548"/>
                  <a:chOff x="3302487" y="1347340"/>
                  <a:chExt cx="5541007" cy="360000"/>
                </a:xfrm>
              </p:grpSpPr>
              <p:sp>
                <p:nvSpPr>
                  <p:cNvPr id="57" name="Ellipse 56">
                    <a:extLst>
                      <a:ext uri="{FF2B5EF4-FFF2-40B4-BE49-F238E27FC236}">
                        <a16:creationId xmlns:a16="http://schemas.microsoft.com/office/drawing/2014/main" id="{85DD1EF0-B724-E4F2-C416-30CCA7CA6ABD}"/>
                      </a:ext>
                    </a:extLst>
                  </p:cNvPr>
                  <p:cNvSpPr/>
                  <p:nvPr/>
                </p:nvSpPr>
                <p:spPr>
                  <a:xfrm>
                    <a:off x="8524428" y="1347340"/>
                    <a:ext cx="319066" cy="360000"/>
                  </a:xfrm>
                  <a:prstGeom prst="ellipse">
                    <a:avLst/>
                  </a:prstGeom>
                  <a:noFill/>
                  <a:ln w="127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8" name="Rechteck 57">
                    <a:extLst>
                      <a:ext uri="{FF2B5EF4-FFF2-40B4-BE49-F238E27FC236}">
                        <a16:creationId xmlns:a16="http://schemas.microsoft.com/office/drawing/2014/main" id="{6D404DE3-EDBB-7448-4915-9234232F33E7}"/>
                      </a:ext>
                    </a:extLst>
                  </p:cNvPr>
                  <p:cNvSpPr/>
                  <p:nvPr/>
                </p:nvSpPr>
                <p:spPr>
                  <a:xfrm>
                    <a:off x="3666744" y="1347340"/>
                    <a:ext cx="5021711" cy="360000"/>
                  </a:xfrm>
                  <a:prstGeom prst="rect">
                    <a:avLst/>
                  </a:prstGeom>
                  <a:solidFill>
                    <a:sysClr val="window" lastClr="FFFFFF"/>
                  </a:solidFill>
                  <a:ln w="12700" cap="flat" cmpd="sng" algn="ctr">
                    <a:solidFill>
                      <a:srgbClr val="156082">
                        <a:shade val="15000"/>
                      </a:srgbClr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0" name="Rechteck 59">
                    <a:extLst>
                      <a:ext uri="{FF2B5EF4-FFF2-40B4-BE49-F238E27FC236}">
                        <a16:creationId xmlns:a16="http://schemas.microsoft.com/office/drawing/2014/main" id="{B69D05F3-FEEF-0BF8-9E72-07E510D5D361}"/>
                      </a:ext>
                    </a:extLst>
                  </p:cNvPr>
                  <p:cNvSpPr/>
                  <p:nvPr/>
                </p:nvSpPr>
                <p:spPr>
                  <a:xfrm>
                    <a:off x="5126779" y="1440138"/>
                    <a:ext cx="3562905" cy="180000"/>
                  </a:xfrm>
                  <a:prstGeom prst="rect">
                    <a:avLst/>
                  </a:prstGeom>
                  <a:noFill/>
                  <a:ln w="12700" cap="flat" cmpd="sng" algn="ctr">
                    <a:solidFill>
                      <a:srgbClr val="156082">
                        <a:shade val="15000"/>
                      </a:srgbClr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2" name="Rechteck 61">
                    <a:extLst>
                      <a:ext uri="{FF2B5EF4-FFF2-40B4-BE49-F238E27FC236}">
                        <a16:creationId xmlns:a16="http://schemas.microsoft.com/office/drawing/2014/main" id="{261717C6-AC20-0BF3-0FFE-499ACF6A849E}"/>
                      </a:ext>
                    </a:extLst>
                  </p:cNvPr>
                  <p:cNvSpPr/>
                  <p:nvPr/>
                </p:nvSpPr>
                <p:spPr>
                  <a:xfrm>
                    <a:off x="3666744" y="1497098"/>
                    <a:ext cx="1568742" cy="72000"/>
                  </a:xfrm>
                  <a:prstGeom prst="rect">
                    <a:avLst/>
                  </a:prstGeom>
                  <a:solidFill>
                    <a:sysClr val="window" lastClr="FFFFFF"/>
                  </a:solidFill>
                  <a:ln w="12700" cap="flat" cmpd="sng" algn="ctr">
                    <a:solidFill>
                      <a:srgbClr val="156082">
                        <a:shade val="15000"/>
                      </a:srgbClr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3" name="Textfeld 62">
                    <a:extLst>
                      <a:ext uri="{FF2B5EF4-FFF2-40B4-BE49-F238E27FC236}">
                        <a16:creationId xmlns:a16="http://schemas.microsoft.com/office/drawing/2014/main" id="{1AF39D70-C87E-A523-9739-CA9CC4A573FF}"/>
                      </a:ext>
                    </a:extLst>
                  </p:cNvPr>
                  <p:cNvSpPr txBox="1"/>
                  <p:nvPr/>
                </p:nvSpPr>
                <p:spPr>
                  <a:xfrm>
                    <a:off x="6047139" y="1389528"/>
                    <a:ext cx="2028312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4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</a:rPr>
                      <a:t>Electrically heated zone</a:t>
                    </a:r>
                  </a:p>
                </p:txBody>
              </p:sp>
              <p:cxnSp>
                <p:nvCxnSpPr>
                  <p:cNvPr id="448" name="Gerade Verbindung mit Pfeil 447">
                    <a:extLst>
                      <a:ext uri="{FF2B5EF4-FFF2-40B4-BE49-F238E27FC236}">
                        <a16:creationId xmlns:a16="http://schemas.microsoft.com/office/drawing/2014/main" id="{FD963620-4D0E-6C24-9221-447F3A0A46D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302487" y="1424898"/>
                    <a:ext cx="360000" cy="0"/>
                  </a:xfrm>
                  <a:prstGeom prst="straightConnector1">
                    <a:avLst/>
                  </a:prstGeom>
                  <a:noFill/>
                  <a:ln w="1905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  <a:tailEnd type="triangle"/>
                  </a:ln>
                  <a:effectLst/>
                </p:spPr>
              </p:cxnSp>
              <p:cxnSp>
                <p:nvCxnSpPr>
                  <p:cNvPr id="449" name="Gerade Verbindung mit Pfeil 448">
                    <a:extLst>
                      <a:ext uri="{FF2B5EF4-FFF2-40B4-BE49-F238E27FC236}">
                        <a16:creationId xmlns:a16="http://schemas.microsoft.com/office/drawing/2014/main" id="{53B15688-0742-39B5-B1ED-1F8690D73DE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302487" y="1527340"/>
                    <a:ext cx="360000" cy="0"/>
                  </a:xfrm>
                  <a:prstGeom prst="straightConnector1">
                    <a:avLst/>
                  </a:prstGeom>
                  <a:noFill/>
                  <a:ln w="1905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  <a:tailEnd type="triangle"/>
                  </a:ln>
                  <a:effectLst/>
                </p:spPr>
              </p:cxnSp>
              <p:cxnSp>
                <p:nvCxnSpPr>
                  <p:cNvPr id="450" name="Gerade Verbindung mit Pfeil 449">
                    <a:extLst>
                      <a:ext uri="{FF2B5EF4-FFF2-40B4-BE49-F238E27FC236}">
                        <a16:creationId xmlns:a16="http://schemas.microsoft.com/office/drawing/2014/main" id="{8342FC72-FAAC-686C-99FF-7186D7C7F90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302487" y="1620138"/>
                    <a:ext cx="360000" cy="0"/>
                  </a:xfrm>
                  <a:prstGeom prst="straightConnector1">
                    <a:avLst/>
                  </a:prstGeom>
                  <a:noFill/>
                  <a:ln w="1905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  <a:tailEnd type="triangle"/>
                  </a:ln>
                  <a:effectLst/>
                </p:spPr>
              </p:cxnSp>
            </p:grpSp>
            <p:cxnSp>
              <p:nvCxnSpPr>
                <p:cNvPr id="55" name="Gerader Verbinder 54">
                  <a:extLst>
                    <a:ext uri="{FF2B5EF4-FFF2-40B4-BE49-F238E27FC236}">
                      <a16:creationId xmlns:a16="http://schemas.microsoft.com/office/drawing/2014/main" id="{335C0CFB-ED8F-1827-AA9F-00B97157A53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126437" y="37543740"/>
                  <a:ext cx="3453" cy="4064652"/>
                </a:xfrm>
                <a:prstGeom prst="line">
                  <a:avLst/>
                </a:prstGeom>
                <a:ln w="28575">
                  <a:solidFill>
                    <a:srgbClr val="7F7F7F">
                      <a:alpha val="50196"/>
                    </a:srgbClr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Gerader Verbinder 55">
                  <a:extLst>
                    <a:ext uri="{FF2B5EF4-FFF2-40B4-BE49-F238E27FC236}">
                      <a16:creationId xmlns:a16="http://schemas.microsoft.com/office/drawing/2014/main" id="{10D4546C-DF7E-AD92-CF23-73F7F153DEA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549970" y="37543740"/>
                  <a:ext cx="0" cy="4064652"/>
                </a:xfrm>
                <a:prstGeom prst="line">
                  <a:avLst/>
                </a:prstGeom>
                <a:ln w="28575">
                  <a:solidFill>
                    <a:srgbClr val="7F7F7F">
                      <a:alpha val="50196"/>
                    </a:srgbClr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3" name="Gerade Verbindung mit Pfeil 22">
                <a:extLst>
                  <a:ext uri="{FF2B5EF4-FFF2-40B4-BE49-F238E27FC236}">
                    <a16:creationId xmlns:a16="http://schemas.microsoft.com/office/drawing/2014/main" id="{AFDAACFA-E2D7-44B0-2320-B137AA14054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57935" y="39782474"/>
                <a:ext cx="540000" cy="0"/>
              </a:xfrm>
              <a:prstGeom prst="straightConnector1">
                <a:avLst/>
              </a:prstGeom>
              <a:noFill/>
              <a:ln w="19050" cap="flat" cmpd="sng" algn="ctr">
                <a:solidFill>
                  <a:srgbClr val="0000FF"/>
                </a:solidFill>
                <a:prstDash val="solid"/>
                <a:miter lim="800000"/>
                <a:tailEnd type="triangle" w="lg" len="lg"/>
              </a:ln>
              <a:effectLst/>
            </p:spPr>
          </p:cxnSp>
          <p:cxnSp>
            <p:nvCxnSpPr>
              <p:cNvPr id="24" name="Gerade Verbindung mit Pfeil 23">
                <a:extLst>
                  <a:ext uri="{FF2B5EF4-FFF2-40B4-BE49-F238E27FC236}">
                    <a16:creationId xmlns:a16="http://schemas.microsoft.com/office/drawing/2014/main" id="{ACA755E8-E330-1A4B-42B8-BE8ABF6EECA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680208" y="39687225"/>
                <a:ext cx="177754" cy="34408"/>
              </a:xfrm>
              <a:prstGeom prst="straightConnector1">
                <a:avLst/>
              </a:prstGeom>
              <a:noFill/>
              <a:ln w="19050" cap="sq" cmpd="sng" algn="ctr">
                <a:solidFill>
                  <a:srgbClr val="0000FF"/>
                </a:solidFill>
                <a:prstDash val="solid"/>
                <a:miter lim="800000"/>
                <a:tailEnd type="triangle" w="lg" len="lg"/>
              </a:ln>
              <a:effectLst/>
            </p:spPr>
          </p:cxnSp>
          <p:cxnSp>
            <p:nvCxnSpPr>
              <p:cNvPr id="29" name="Gerade Verbindung mit Pfeil 28">
                <a:extLst>
                  <a:ext uri="{FF2B5EF4-FFF2-40B4-BE49-F238E27FC236}">
                    <a16:creationId xmlns:a16="http://schemas.microsoft.com/office/drawing/2014/main" id="{A8E2DE9A-6AF7-D25E-A9C2-9BD74BEBAD2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753475" y="38954595"/>
                <a:ext cx="68326" cy="136005"/>
              </a:xfrm>
              <a:prstGeom prst="straightConnector1">
                <a:avLst/>
              </a:prstGeom>
              <a:noFill/>
              <a:ln w="19050" cap="sq" cmpd="sng" algn="ctr">
                <a:solidFill>
                  <a:srgbClr val="0000FF"/>
                </a:solidFill>
                <a:prstDash val="solid"/>
                <a:miter lim="800000"/>
                <a:tailEnd type="triangle" w="lg" len="lg"/>
              </a:ln>
              <a:effectLst/>
            </p:spPr>
          </p:cxnSp>
          <p:cxnSp>
            <p:nvCxnSpPr>
              <p:cNvPr id="33" name="Gerade Verbindung mit Pfeil 32">
                <a:extLst>
                  <a:ext uri="{FF2B5EF4-FFF2-40B4-BE49-F238E27FC236}">
                    <a16:creationId xmlns:a16="http://schemas.microsoft.com/office/drawing/2014/main" id="{2BB02E04-51F6-F2A0-9A91-76EC8837CD2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665276" y="38071094"/>
                <a:ext cx="120494" cy="109869"/>
              </a:xfrm>
              <a:prstGeom prst="straightConnector1">
                <a:avLst/>
              </a:prstGeom>
              <a:noFill/>
              <a:ln w="19050" cap="sq" cmpd="sng" algn="ctr">
                <a:solidFill>
                  <a:srgbClr val="0000FF"/>
                </a:solidFill>
                <a:prstDash val="solid"/>
                <a:miter lim="800000"/>
                <a:tailEnd type="triangle" w="lg" len="lg"/>
              </a:ln>
              <a:effectLst/>
            </p:spPr>
          </p:cxnSp>
          <p:cxnSp>
            <p:nvCxnSpPr>
              <p:cNvPr id="34" name="Gerade Verbindung mit Pfeil 33">
                <a:extLst>
                  <a:ext uri="{FF2B5EF4-FFF2-40B4-BE49-F238E27FC236}">
                    <a16:creationId xmlns:a16="http://schemas.microsoft.com/office/drawing/2014/main" id="{B7CBACB0-E69F-978E-5749-11463C6E38B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612968" y="37335619"/>
                <a:ext cx="140107" cy="55306"/>
              </a:xfrm>
              <a:prstGeom prst="straightConnector1">
                <a:avLst/>
              </a:prstGeom>
              <a:noFill/>
              <a:ln w="19050" cap="sq" cmpd="sng" algn="ctr">
                <a:solidFill>
                  <a:srgbClr val="0000FF"/>
                </a:solidFill>
                <a:prstDash val="solid"/>
                <a:miter lim="800000"/>
                <a:tailEnd type="triangle" w="lg" len="lg"/>
              </a:ln>
              <a:effectLst/>
            </p:spPr>
          </p:cxnSp>
          <p:cxnSp>
            <p:nvCxnSpPr>
              <p:cNvPr id="36" name="Gerade Verbindung mit Pfeil 35">
                <a:extLst>
                  <a:ext uri="{FF2B5EF4-FFF2-40B4-BE49-F238E27FC236}">
                    <a16:creationId xmlns:a16="http://schemas.microsoft.com/office/drawing/2014/main" id="{A943C184-2436-F08A-1C34-06B92B55F6D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710988" y="37271052"/>
                <a:ext cx="145286" cy="55041"/>
              </a:xfrm>
              <a:prstGeom prst="straightConnector1">
                <a:avLst/>
              </a:prstGeom>
              <a:noFill/>
              <a:ln w="19050" cap="sq" cmpd="sng" algn="ctr">
                <a:solidFill>
                  <a:srgbClr val="0000FF"/>
                </a:solidFill>
                <a:prstDash val="solid"/>
                <a:miter lim="800000"/>
                <a:tailEnd type="triangle" w="lg" len="lg"/>
              </a:ln>
              <a:effectLst/>
            </p:spPr>
          </p:cxnSp>
          <p:cxnSp>
            <p:nvCxnSpPr>
              <p:cNvPr id="38" name="Gerade Verbindung mit Pfeil 37">
                <a:extLst>
                  <a:ext uri="{FF2B5EF4-FFF2-40B4-BE49-F238E27FC236}">
                    <a16:creationId xmlns:a16="http://schemas.microsoft.com/office/drawing/2014/main" id="{5761E3BF-12FB-7E0F-FF91-1AE45D4B099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563475" y="37804725"/>
                <a:ext cx="104775" cy="97631"/>
              </a:xfrm>
              <a:prstGeom prst="straightConnector1">
                <a:avLst/>
              </a:prstGeom>
              <a:noFill/>
              <a:ln w="19050" cap="sq" cmpd="sng" algn="ctr">
                <a:solidFill>
                  <a:srgbClr val="0000FF"/>
                </a:solidFill>
                <a:prstDash val="solid"/>
                <a:miter lim="800000"/>
                <a:tailEnd type="triangle" w="lg" len="lg"/>
              </a:ln>
              <a:effectLst/>
            </p:spPr>
          </p:cxnSp>
          <p:cxnSp>
            <p:nvCxnSpPr>
              <p:cNvPr id="39" name="Gerade Verbindung mit Pfeil 38">
                <a:extLst>
                  <a:ext uri="{FF2B5EF4-FFF2-40B4-BE49-F238E27FC236}">
                    <a16:creationId xmlns:a16="http://schemas.microsoft.com/office/drawing/2014/main" id="{6C3455DA-5E88-902C-DB71-8C92A2BB897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339884" y="38428652"/>
                <a:ext cx="168815" cy="102354"/>
              </a:xfrm>
              <a:prstGeom prst="straightConnector1">
                <a:avLst/>
              </a:prstGeom>
              <a:noFill/>
              <a:ln w="19050" cap="sq" cmpd="sng" algn="ctr">
                <a:solidFill>
                  <a:srgbClr val="0000FF"/>
                </a:solidFill>
                <a:prstDash val="solid"/>
                <a:miter lim="800000"/>
                <a:tailEnd type="triangle" w="lg" len="lg"/>
              </a:ln>
              <a:effectLst/>
            </p:spPr>
          </p:cxnSp>
          <p:cxnSp>
            <p:nvCxnSpPr>
              <p:cNvPr id="40" name="Gerade Verbindung mit Pfeil 39">
                <a:extLst>
                  <a:ext uri="{FF2B5EF4-FFF2-40B4-BE49-F238E27FC236}">
                    <a16:creationId xmlns:a16="http://schemas.microsoft.com/office/drawing/2014/main" id="{ED7A1706-D39F-F6BF-752D-8FCFB84AF3B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349406" y="39352897"/>
                <a:ext cx="540000" cy="0"/>
              </a:xfrm>
              <a:prstGeom prst="straightConnector1">
                <a:avLst/>
              </a:prstGeom>
              <a:noFill/>
              <a:ln w="19050" cap="flat" cmpd="sng" algn="ctr">
                <a:solidFill>
                  <a:srgbClr val="FF0000"/>
                </a:solidFill>
                <a:prstDash val="solid"/>
                <a:miter lim="800000"/>
                <a:tailEnd type="triangle" w="lg" len="lg"/>
              </a:ln>
              <a:effectLst/>
            </p:spPr>
          </p:cxnSp>
          <p:cxnSp>
            <p:nvCxnSpPr>
              <p:cNvPr id="41" name="Gerade Verbindung mit Pfeil 40">
                <a:extLst>
                  <a:ext uri="{FF2B5EF4-FFF2-40B4-BE49-F238E27FC236}">
                    <a16:creationId xmlns:a16="http://schemas.microsoft.com/office/drawing/2014/main" id="{C8F7830B-1EB4-A0F1-AFFE-A7998DA4EFE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694877" y="39046412"/>
                <a:ext cx="163480" cy="75144"/>
              </a:xfrm>
              <a:prstGeom prst="straightConnector1">
                <a:avLst/>
              </a:prstGeom>
              <a:noFill/>
              <a:ln w="19050" cap="flat" cmpd="sng" algn="ctr">
                <a:solidFill>
                  <a:srgbClr val="FF0000"/>
                </a:solidFill>
                <a:prstDash val="solid"/>
                <a:miter lim="800000"/>
                <a:tailEnd type="triangle" w="lg" len="lg"/>
              </a:ln>
              <a:effectLst/>
            </p:spPr>
          </p:cxnSp>
          <p:cxnSp>
            <p:nvCxnSpPr>
              <p:cNvPr id="42" name="Gerade Verbindung mit Pfeil 41">
                <a:extLst>
                  <a:ext uri="{FF2B5EF4-FFF2-40B4-BE49-F238E27FC236}">
                    <a16:creationId xmlns:a16="http://schemas.microsoft.com/office/drawing/2014/main" id="{5C956C07-37C4-A183-361E-3A46B8D93FF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682038" y="38421104"/>
                <a:ext cx="142215" cy="109902"/>
              </a:xfrm>
              <a:prstGeom prst="straightConnector1">
                <a:avLst/>
              </a:prstGeom>
              <a:noFill/>
              <a:ln w="19050" cap="flat" cmpd="sng" algn="ctr">
                <a:solidFill>
                  <a:srgbClr val="FF0000"/>
                </a:solidFill>
                <a:prstDash val="solid"/>
                <a:miter lim="800000"/>
                <a:tailEnd type="triangle" w="lg" len="lg"/>
              </a:ln>
              <a:effectLst/>
            </p:spPr>
          </p:cxnSp>
          <p:cxnSp>
            <p:nvCxnSpPr>
              <p:cNvPr id="43" name="Gerade Verbindung mit Pfeil 42">
                <a:extLst>
                  <a:ext uri="{FF2B5EF4-FFF2-40B4-BE49-F238E27FC236}">
                    <a16:creationId xmlns:a16="http://schemas.microsoft.com/office/drawing/2014/main" id="{D2C32A12-5882-99BB-72D3-71DBAE13083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641681" y="37766443"/>
                <a:ext cx="144089" cy="129126"/>
              </a:xfrm>
              <a:prstGeom prst="straightConnector1">
                <a:avLst/>
              </a:prstGeom>
              <a:noFill/>
              <a:ln w="19050" cap="flat" cmpd="sng" algn="ctr">
                <a:solidFill>
                  <a:srgbClr val="FF0000"/>
                </a:solidFill>
                <a:prstDash val="solid"/>
                <a:miter lim="800000"/>
                <a:tailEnd type="triangle" w="lg" len="lg"/>
              </a:ln>
              <a:effectLst/>
            </p:spPr>
          </p:cxnSp>
          <p:cxnSp>
            <p:nvCxnSpPr>
              <p:cNvPr id="46" name="Gerade Verbindung mit Pfeil 45">
                <a:extLst>
                  <a:ext uri="{FF2B5EF4-FFF2-40B4-BE49-F238E27FC236}">
                    <a16:creationId xmlns:a16="http://schemas.microsoft.com/office/drawing/2014/main" id="{3950D28B-04C2-4421-3019-4AEC7F1FA3C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591800" y="37120098"/>
                <a:ext cx="161275" cy="61401"/>
              </a:xfrm>
              <a:prstGeom prst="straightConnector1">
                <a:avLst/>
              </a:prstGeom>
              <a:noFill/>
              <a:ln w="19050" cap="flat" cmpd="sng" algn="ctr">
                <a:solidFill>
                  <a:srgbClr val="FF0000"/>
                </a:solidFill>
                <a:prstDash val="solid"/>
                <a:miter lim="800000"/>
                <a:tailEnd type="triangle" w="lg" len="lg"/>
              </a:ln>
              <a:effectLst/>
            </p:spPr>
          </p:cxnSp>
          <p:cxnSp>
            <p:nvCxnSpPr>
              <p:cNvPr id="48" name="Gerade Verbindung mit Pfeil 47">
                <a:extLst>
                  <a:ext uri="{FF2B5EF4-FFF2-40B4-BE49-F238E27FC236}">
                    <a16:creationId xmlns:a16="http://schemas.microsoft.com/office/drawing/2014/main" id="{9747CEA0-8280-14DF-0095-20835445EEB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1747548" y="37166939"/>
                <a:ext cx="207927" cy="80706"/>
              </a:xfrm>
              <a:prstGeom prst="straightConnector1">
                <a:avLst/>
              </a:prstGeom>
              <a:noFill/>
              <a:ln w="19050" cap="flat" cmpd="sng" algn="ctr">
                <a:solidFill>
                  <a:srgbClr val="FF0000"/>
                </a:solidFill>
                <a:prstDash val="solid"/>
                <a:miter lim="800000"/>
                <a:tailEnd type="triangle" w="lg" len="lg"/>
              </a:ln>
              <a:effectLst/>
            </p:spPr>
          </p:cxnSp>
          <p:cxnSp>
            <p:nvCxnSpPr>
              <p:cNvPr id="51" name="Gerade Verbindung mit Pfeil 50">
                <a:extLst>
                  <a:ext uri="{FF2B5EF4-FFF2-40B4-BE49-F238E27FC236}">
                    <a16:creationId xmlns:a16="http://schemas.microsoft.com/office/drawing/2014/main" id="{97CB2FBC-9A04-E4D1-C5FF-2E9923E7546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2689698" y="37882338"/>
                <a:ext cx="86409" cy="97012"/>
              </a:xfrm>
              <a:prstGeom prst="straightConnector1">
                <a:avLst/>
              </a:prstGeom>
              <a:noFill/>
              <a:ln w="19050" cap="flat" cmpd="sng" algn="ctr">
                <a:solidFill>
                  <a:srgbClr val="FF0000"/>
                </a:solidFill>
                <a:prstDash val="solid"/>
                <a:miter lim="800000"/>
                <a:tailEnd type="triangle" w="lg" len="lg"/>
              </a:ln>
              <a:effectLst/>
            </p:spPr>
          </p:cxnSp>
          <p:cxnSp>
            <p:nvCxnSpPr>
              <p:cNvPr id="52" name="Gerade Verbindung mit Pfeil 51">
                <a:extLst>
                  <a:ext uri="{FF2B5EF4-FFF2-40B4-BE49-F238E27FC236}">
                    <a16:creationId xmlns:a16="http://schemas.microsoft.com/office/drawing/2014/main" id="{7F2188B3-6EBF-D9C2-2244-762CC412EA2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3521923" y="38509853"/>
                <a:ext cx="105539" cy="48000"/>
              </a:xfrm>
              <a:prstGeom prst="straightConnector1">
                <a:avLst/>
              </a:prstGeom>
              <a:noFill/>
              <a:ln w="19050" cap="flat" cmpd="sng" algn="ctr">
                <a:solidFill>
                  <a:srgbClr val="FF0000"/>
                </a:solidFill>
                <a:prstDash val="solid"/>
                <a:miter lim="800000"/>
                <a:tailEnd type="triangle" w="lg" len="lg"/>
              </a:ln>
              <a:effectLst/>
            </p:spPr>
          </p:cxnSp>
        </p:grpSp>
      </p:grpSp>
      <p:grpSp>
        <p:nvGrpSpPr>
          <p:cNvPr id="452" name="Gruppieren 451">
            <a:extLst>
              <a:ext uri="{FF2B5EF4-FFF2-40B4-BE49-F238E27FC236}">
                <a16:creationId xmlns:a16="http://schemas.microsoft.com/office/drawing/2014/main" id="{9141E383-56C7-072F-22B3-0E755629347B}"/>
              </a:ext>
            </a:extLst>
          </p:cNvPr>
          <p:cNvGrpSpPr/>
          <p:nvPr/>
        </p:nvGrpSpPr>
        <p:grpSpPr>
          <a:xfrm>
            <a:off x="771294" y="3657002"/>
            <a:ext cx="450000" cy="450000"/>
            <a:chOff x="933450" y="3076575"/>
            <a:chExt cx="846000" cy="846000"/>
          </a:xfrm>
        </p:grpSpPr>
        <p:sp>
          <p:nvSpPr>
            <p:cNvPr id="453" name="Ellipse 452">
              <a:extLst>
                <a:ext uri="{FF2B5EF4-FFF2-40B4-BE49-F238E27FC236}">
                  <a16:creationId xmlns:a16="http://schemas.microsoft.com/office/drawing/2014/main" id="{A7011373-6009-1A03-F5C9-082D29679927}"/>
                </a:ext>
              </a:extLst>
            </p:cNvPr>
            <p:cNvSpPr/>
            <p:nvPr/>
          </p:nvSpPr>
          <p:spPr>
            <a:xfrm>
              <a:off x="933450" y="3076575"/>
              <a:ext cx="846000" cy="8460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noProof="0"/>
            </a:p>
          </p:txBody>
        </p:sp>
        <p:pic>
          <p:nvPicPr>
            <p:cNvPr id="454" name="Grafik 453" descr="Hochspannung mit einfarbiger Füllung">
              <a:extLst>
                <a:ext uri="{FF2B5EF4-FFF2-40B4-BE49-F238E27FC236}">
                  <a16:creationId xmlns:a16="http://schemas.microsoft.com/office/drawing/2014/main" id="{7F881D88-9C5F-E3E5-783A-14230AC6F2F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07250" y="3093225"/>
              <a:ext cx="720000" cy="720000"/>
            </a:xfrm>
            <a:prstGeom prst="rect">
              <a:avLst/>
            </a:prstGeom>
          </p:spPr>
        </p:pic>
      </p:grpSp>
      <p:grpSp>
        <p:nvGrpSpPr>
          <p:cNvPr id="455" name="Gruppieren 454">
            <a:extLst>
              <a:ext uri="{FF2B5EF4-FFF2-40B4-BE49-F238E27FC236}">
                <a16:creationId xmlns:a16="http://schemas.microsoft.com/office/drawing/2014/main" id="{888E2CEE-227C-2C70-BB7B-5218A61E485C}"/>
              </a:ext>
            </a:extLst>
          </p:cNvPr>
          <p:cNvGrpSpPr/>
          <p:nvPr/>
        </p:nvGrpSpPr>
        <p:grpSpPr>
          <a:xfrm>
            <a:off x="752420" y="2240172"/>
            <a:ext cx="450000" cy="450000"/>
            <a:chOff x="95250" y="3924300"/>
            <a:chExt cx="720000" cy="720000"/>
          </a:xfrm>
        </p:grpSpPr>
        <p:sp>
          <p:nvSpPr>
            <p:cNvPr id="456" name="Ellipse 455">
              <a:extLst>
                <a:ext uri="{FF2B5EF4-FFF2-40B4-BE49-F238E27FC236}">
                  <a16:creationId xmlns:a16="http://schemas.microsoft.com/office/drawing/2014/main" id="{3C121D06-4BC8-1C1A-D88B-9AF429AA6CF2}"/>
                </a:ext>
              </a:extLst>
            </p:cNvPr>
            <p:cNvSpPr/>
            <p:nvPr/>
          </p:nvSpPr>
          <p:spPr>
            <a:xfrm>
              <a:off x="95250" y="3924300"/>
              <a:ext cx="720000" cy="7200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noProof="0"/>
            </a:p>
          </p:txBody>
        </p:sp>
        <p:pic>
          <p:nvPicPr>
            <p:cNvPr id="457" name="Grafik 456" descr="Ladender Akku mit einfarbiger Füllung">
              <a:extLst>
                <a:ext uri="{FF2B5EF4-FFF2-40B4-BE49-F238E27FC236}">
                  <a16:creationId xmlns:a16="http://schemas.microsoft.com/office/drawing/2014/main" id="{44901F4E-EF50-10C0-2906-3732DF2F103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71450" y="3981450"/>
              <a:ext cx="612000" cy="612000"/>
            </a:xfrm>
            <a:prstGeom prst="rect">
              <a:avLst/>
            </a:prstGeom>
          </p:spPr>
        </p:pic>
      </p:grpSp>
      <p:sp>
        <p:nvSpPr>
          <p:cNvPr id="458" name="Textfeld 457">
            <a:extLst>
              <a:ext uri="{FF2B5EF4-FFF2-40B4-BE49-F238E27FC236}">
                <a16:creationId xmlns:a16="http://schemas.microsoft.com/office/drawing/2014/main" id="{A1C91FD1-CC9E-2DB2-E868-CBDDB788AC16}"/>
              </a:ext>
            </a:extLst>
          </p:cNvPr>
          <p:cNvSpPr txBox="1"/>
          <p:nvPr/>
        </p:nvSpPr>
        <p:spPr>
          <a:xfrm>
            <a:off x="1256400" y="3703150"/>
            <a:ext cx="151208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600" noProof="0">
                <a:solidFill>
                  <a:schemeClr val="tx2"/>
                </a:solidFill>
              </a:rPr>
              <a:t>1200 W</a:t>
            </a:r>
          </a:p>
        </p:txBody>
      </p:sp>
      <p:sp>
        <p:nvSpPr>
          <p:cNvPr id="459" name="Textfeld 458">
            <a:extLst>
              <a:ext uri="{FF2B5EF4-FFF2-40B4-BE49-F238E27FC236}">
                <a16:creationId xmlns:a16="http://schemas.microsoft.com/office/drawing/2014/main" id="{CCF9606A-D546-CF50-94D6-C19589F46F07}"/>
              </a:ext>
            </a:extLst>
          </p:cNvPr>
          <p:cNvSpPr txBox="1"/>
          <p:nvPr/>
        </p:nvSpPr>
        <p:spPr>
          <a:xfrm>
            <a:off x="1243049" y="2020759"/>
            <a:ext cx="121681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600" noProof="0">
                <a:solidFill>
                  <a:schemeClr val="tx2"/>
                </a:solidFill>
              </a:rPr>
              <a:t>2.45 Ω</a:t>
            </a:r>
          </a:p>
          <a:p>
            <a:pPr algn="just"/>
            <a:r>
              <a:rPr lang="en-US" sz="1600" noProof="0">
                <a:solidFill>
                  <a:schemeClr val="tx2"/>
                </a:solidFill>
              </a:rPr>
              <a:t>54 V</a:t>
            </a:r>
          </a:p>
          <a:p>
            <a:pPr algn="just"/>
            <a:r>
              <a:rPr lang="en-US" sz="1600" noProof="0">
                <a:solidFill>
                  <a:schemeClr val="tx2"/>
                </a:solidFill>
              </a:rPr>
              <a:t>22 A</a:t>
            </a:r>
          </a:p>
        </p:txBody>
      </p:sp>
      <p:grpSp>
        <p:nvGrpSpPr>
          <p:cNvPr id="467" name="Gruppieren 466">
            <a:extLst>
              <a:ext uri="{FF2B5EF4-FFF2-40B4-BE49-F238E27FC236}">
                <a16:creationId xmlns:a16="http://schemas.microsoft.com/office/drawing/2014/main" id="{EDA0C0B6-0229-B179-386B-C9FCF90F7548}"/>
              </a:ext>
            </a:extLst>
          </p:cNvPr>
          <p:cNvGrpSpPr/>
          <p:nvPr/>
        </p:nvGrpSpPr>
        <p:grpSpPr>
          <a:xfrm>
            <a:off x="520699" y="4739680"/>
            <a:ext cx="2788112" cy="1551138"/>
            <a:chOff x="520699" y="4667108"/>
            <a:chExt cx="2788112" cy="1551138"/>
          </a:xfrm>
        </p:grpSpPr>
        <p:sp>
          <p:nvSpPr>
            <p:cNvPr id="465" name="Rechteck: abgerundete Ecken 464">
              <a:extLst>
                <a:ext uri="{FF2B5EF4-FFF2-40B4-BE49-F238E27FC236}">
                  <a16:creationId xmlns:a16="http://schemas.microsoft.com/office/drawing/2014/main" id="{ADECE122-4568-4008-CF40-B20C3125D540}"/>
                </a:ext>
              </a:extLst>
            </p:cNvPr>
            <p:cNvSpPr/>
            <p:nvPr/>
          </p:nvSpPr>
          <p:spPr>
            <a:xfrm>
              <a:off x="520699" y="4667108"/>
              <a:ext cx="2769557" cy="1551138"/>
            </a:xfrm>
            <a:prstGeom prst="roundRect">
              <a:avLst>
                <a:gd name="adj" fmla="val 6938"/>
              </a:avLst>
            </a:prstGeom>
            <a:solidFill>
              <a:schemeClr val="bg1"/>
            </a:solidFill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noProof="0">
                <a:solidFill>
                  <a:schemeClr val="tx2"/>
                </a:solidFill>
              </a:endParaRPr>
            </a:p>
          </p:txBody>
        </p:sp>
        <p:sp>
          <p:nvSpPr>
            <p:cNvPr id="466" name="Textfeld 465">
              <a:extLst>
                <a:ext uri="{FF2B5EF4-FFF2-40B4-BE49-F238E27FC236}">
                  <a16:creationId xmlns:a16="http://schemas.microsoft.com/office/drawing/2014/main" id="{B7810361-B216-9475-665B-B0704AD1DD45}"/>
                </a:ext>
              </a:extLst>
            </p:cNvPr>
            <p:cNvSpPr txBox="1"/>
            <p:nvPr/>
          </p:nvSpPr>
          <p:spPr>
            <a:xfrm>
              <a:off x="708717" y="4749302"/>
              <a:ext cx="2600094" cy="11510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  <a:spcBef>
                  <a:spcPts val="625"/>
                </a:spcBef>
                <a:buClr>
                  <a:schemeClr val="accent1"/>
                </a:buClr>
              </a:pPr>
              <a:r>
                <a:rPr lang="en-US" sz="2000" u="sng" noProof="0">
                  <a:solidFill>
                    <a:schemeClr val="tx2"/>
                  </a:solidFill>
                </a:rPr>
                <a:t>Simulation:</a:t>
              </a:r>
            </a:p>
            <a:p>
              <a:pPr>
                <a:lnSpc>
                  <a:spcPct val="120000"/>
                </a:lnSpc>
                <a:spcBef>
                  <a:spcPts val="625"/>
                </a:spcBef>
                <a:buClr>
                  <a:schemeClr val="accent2"/>
                </a:buClr>
              </a:pPr>
              <a:r>
                <a:rPr lang="en-US" sz="2000" noProof="0" err="1">
                  <a:solidFill>
                    <a:schemeClr val="tx2"/>
                  </a:solidFill>
                </a:rPr>
                <a:t>Comsol</a:t>
              </a:r>
              <a:r>
                <a:rPr lang="en-US" sz="2000" noProof="0">
                  <a:solidFill>
                    <a:schemeClr val="tx2"/>
                  </a:solidFill>
                </a:rPr>
                <a:t> with Bayesian Optimization</a:t>
              </a:r>
              <a:endParaRPr lang="en-US" sz="1600" noProof="0">
                <a:solidFill>
                  <a:schemeClr val="tx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23248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93F62-C44C-C9B3-1C7D-F686DC67E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hteck: abgerundete Ecken 26">
            <a:extLst>
              <a:ext uri="{FF2B5EF4-FFF2-40B4-BE49-F238E27FC236}">
                <a16:creationId xmlns:a16="http://schemas.microsoft.com/office/drawing/2014/main" id="{3C5203E2-11E7-B49F-6F83-73180DCD79C5}"/>
              </a:ext>
            </a:extLst>
          </p:cNvPr>
          <p:cNvSpPr/>
          <p:nvPr/>
        </p:nvSpPr>
        <p:spPr>
          <a:xfrm>
            <a:off x="509602" y="1124955"/>
            <a:ext cx="6180909" cy="1719428"/>
          </a:xfrm>
          <a:prstGeom prst="roundRect">
            <a:avLst>
              <a:gd name="adj" fmla="val 9259"/>
            </a:avLst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noProof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FC3A17E-98C1-6E99-E10E-F51AF9897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noProof="0"/>
              <a:t>10.09.2025</a:t>
            </a:r>
            <a:endParaRPr lang="en-US" noProof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E3225EF3-0758-B0D3-12B7-A0A0F7C55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noProof="0"/>
              <a:t>Why do we need high Temperatures?</a:t>
            </a:r>
            <a:br>
              <a:rPr lang="en-US" sz="2000" noProof="0"/>
            </a:br>
            <a:endParaRPr lang="en-US" sz="2000" noProof="0"/>
          </a:p>
        </p:txBody>
      </p:sp>
      <p:sp>
        <p:nvSpPr>
          <p:cNvPr id="21" name="Foliennummernplatzhalter 20">
            <a:extLst>
              <a:ext uri="{FF2B5EF4-FFF2-40B4-BE49-F238E27FC236}">
                <a16:creationId xmlns:a16="http://schemas.microsoft.com/office/drawing/2014/main" id="{E9AF9B4E-7514-EABA-10CF-AFA4E8F6C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/>
              <a:t>12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platzhalter 1">
                <a:extLst>
                  <a:ext uri="{FF2B5EF4-FFF2-40B4-BE49-F238E27FC236}">
                    <a16:creationId xmlns:a16="http://schemas.microsoft.com/office/drawing/2014/main" id="{A1407090-B273-144E-96B6-9A6C4D67302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20700" y="1112173"/>
                <a:ext cx="6722072" cy="1953739"/>
              </a:xfrm>
              <a:prstGeom prst="rect">
                <a:avLst/>
              </a:prstGeom>
            </p:spPr>
            <p:txBody>
              <a:bodyPr lIns="129351" tIns="64676" rIns="129351" bIns="64676"/>
              <a:lstStyle>
                <a:lvl1pPr marL="0" indent="0" algn="l" defTabSz="3986269" rtl="0" eaLnBrk="1" latinLnBrk="0" hangingPunct="1">
                  <a:spcBef>
                    <a:spcPct val="20000"/>
                  </a:spcBef>
                  <a:buFontTx/>
                  <a:buNone/>
                  <a:defRPr lang="de-DE" sz="3200" b="0" i="0" kern="1200" baseline="0" dirty="0">
                    <a:solidFill>
                      <a:schemeClr val="accent3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1pPr>
                <a:lvl2pPr marL="3238843" indent="-1245711" algn="l" defTabSz="3986269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11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4982839" indent="-996570" algn="l" defTabSz="3986269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10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6975973" indent="-996570" algn="l" defTabSz="3986269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8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8969109" indent="-996570" algn="l" defTabSz="3986269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8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0962242" indent="-996570" algn="l" defTabSz="3986269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8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2955375" indent="-996570" algn="l" defTabSz="3986269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8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14948511" indent="-996570" algn="l" defTabSz="3986269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8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16941646" indent="-996570" algn="l" defTabSz="3986269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8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000" u="sng" noProof="0">
                    <a:solidFill>
                      <a:schemeClr val="tx2"/>
                    </a:solidFill>
                    <a:sym typeface="Wingdings" panose="05000000000000000000" pitchFamily="2" charset="2"/>
                  </a:rPr>
                  <a:t>Dry Reforming.:</a:t>
                </a:r>
                <a:r>
                  <a:rPr lang="en-US" sz="2000" noProof="0">
                    <a:solidFill>
                      <a:schemeClr val="tx2"/>
                    </a:solidFill>
                    <a:sym typeface="Wingdings" panose="05000000000000000000" pitchFamily="2" charset="2"/>
                  </a:rPr>
                  <a:t>                    </a:t>
                </a:r>
                <a:endParaRPr lang="en-US" sz="2000" i="1" noProof="0">
                  <a:solidFill>
                    <a:schemeClr val="tx2"/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2000" i="1" noProof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b>
                      <m:sSubPr>
                        <m:ctrlPr>
                          <a:rPr lang="en-US" sz="2000" i="1" noProof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noProof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000" i="1" noProof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sz="2000" i="1" noProof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i="1" noProof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b>
                      <m:sSubPr>
                        <m:ctrlPr>
                          <a:rPr lang="en-US" sz="2000" i="1" noProof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noProof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sz="2000" i="1" noProof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 noProof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⇋</m:t>
                    </m:r>
                    <m:r>
                      <a:rPr lang="en-US" sz="2000" i="1" noProof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2 </m:t>
                    </m:r>
                    <m:sSub>
                      <m:sSubPr>
                        <m:ctrlPr>
                          <a:rPr lang="en-US" sz="2000" i="1" noProof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noProof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000" i="1" noProof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 noProof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+2 </m:t>
                    </m:r>
                    <m:r>
                      <a:rPr lang="en-US" sz="2000" i="1" noProof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𝐶𝑂</m:t>
                    </m:r>
                    <m:r>
                      <a:rPr lang="en-US" sz="2000" b="0" i="1" noProof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noProof="0">
                    <a:solidFill>
                      <a:schemeClr val="tx2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0" noProof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         </m:t>
                    </m:r>
                    <m:r>
                      <m:rPr>
                        <m:sty m:val="p"/>
                      </m:rPr>
                      <a:rPr lang="en-US" sz="2000" noProof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Δ</m:t>
                    </m:r>
                    <m:sSubSup>
                      <m:sSubSupPr>
                        <m:ctrlPr>
                          <a:rPr lang="en-US" sz="2000" i="1" noProof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sz="2000" noProof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000" i="1" noProof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298</m:t>
                        </m:r>
                        <m:r>
                          <m:rPr>
                            <m:sty m:val="p"/>
                          </m:rPr>
                          <a:rPr lang="en-US" sz="2000" noProof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  <m:sup>
                        <m:r>
                          <a:rPr lang="en-US" sz="2000" noProof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  <m:r>
                      <a:rPr lang="en-US" sz="2000" i="1" noProof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=247 </m:t>
                    </m:r>
                    <m:r>
                      <m:rPr>
                        <m:sty m:val="p"/>
                      </m:rPr>
                      <a:rPr lang="en-US" sz="2000" noProof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kJ</m:t>
                    </m:r>
                    <m:r>
                      <a:rPr lang="en-US" sz="2000" noProof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en-US" sz="2000" noProof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mol</m:t>
                    </m:r>
                  </m:oMath>
                </a14:m>
                <a:endParaRPr lang="en-US" sz="2000" noProof="0">
                  <a:solidFill>
                    <a:schemeClr val="tx2"/>
                  </a:solidFill>
                  <a:sym typeface="Wingdings" panose="05000000000000000000" pitchFamily="2" charset="2"/>
                </a:endParaRPr>
              </a:p>
              <a:p>
                <a:r>
                  <a:rPr lang="en-US" sz="2000" u="sng" noProof="0">
                    <a:solidFill>
                      <a:schemeClr val="tx2"/>
                    </a:solidFill>
                  </a:rPr>
                  <a:t>Reverse Water-Gas Shift Reaction</a:t>
                </a:r>
                <a:r>
                  <a:rPr lang="en-US" sz="2000" u="sng" noProof="0">
                    <a:solidFill>
                      <a:schemeClr val="tx2"/>
                    </a:solidFill>
                    <a:sym typeface="Wingdings" panose="05000000000000000000" pitchFamily="2" charset="2"/>
                  </a:rPr>
                  <a:t>: </a:t>
                </a:r>
                <a:r>
                  <a:rPr lang="en-US" sz="2000" noProof="0">
                    <a:solidFill>
                      <a:schemeClr val="tx2"/>
                    </a:solidFill>
                    <a:sym typeface="Wingdings" panose="05000000000000000000" pitchFamily="2" charset="2"/>
                  </a:rPr>
                  <a:t>                </a:t>
                </a:r>
                <a:endParaRPr lang="en-US" sz="2000" i="1" noProof="0">
                  <a:solidFill>
                    <a:schemeClr val="tx2"/>
                  </a:solidFill>
                  <a:latin typeface="Cambria Math" panose="02040503050406030204" pitchFamily="18" charset="0"/>
                </a:endParaRPr>
              </a:p>
              <a:p>
                <a:r>
                  <a:rPr lang="en-US" sz="2000" noProof="0">
                    <a:solidFill>
                      <a:schemeClr val="tx2"/>
                    </a:solidFill>
                    <a:latin typeface="Cambria Math" panose="02040503050406030204" pitchFamily="18" charset="0"/>
                  </a:rPr>
                  <a:t>𝐶𝑂</a:t>
                </a:r>
                <a:r>
                  <a:rPr lang="en-US" sz="2000" baseline="-25000" noProof="0">
                    <a:solidFill>
                      <a:schemeClr val="tx2"/>
                    </a:solidFill>
                    <a:latin typeface="Cambria Math" panose="02040503050406030204" pitchFamily="18" charset="0"/>
                  </a:rPr>
                  <a:t>2</a:t>
                </a:r>
                <a:r>
                  <a:rPr lang="en-US" sz="2000" noProof="0">
                    <a:solidFill>
                      <a:schemeClr val="tx2"/>
                    </a:solidFill>
                    <a:latin typeface="Cambria Math" panose="02040503050406030204" pitchFamily="18" charset="0"/>
                  </a:rPr>
                  <a:t> + 𝐻</a:t>
                </a:r>
                <a:r>
                  <a:rPr lang="en-US" sz="2000" baseline="-25000" noProof="0">
                    <a:solidFill>
                      <a:schemeClr val="tx2"/>
                    </a:solidFill>
                    <a:latin typeface="Cambria Math" panose="02040503050406030204" pitchFamily="18" charset="0"/>
                  </a:rPr>
                  <a:t>2 </a:t>
                </a:r>
                <a:r>
                  <a:rPr lang="en-US" sz="2000" noProof="0">
                    <a:solidFill>
                      <a:schemeClr val="tx2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Wingdings" panose="05000000000000000000" pitchFamily="2" charset="2"/>
                  </a:rPr>
                  <a:t>⇋ </a:t>
                </a:r>
                <a:r>
                  <a:rPr lang="en-US" sz="2000" noProof="0">
                    <a:solidFill>
                      <a:schemeClr val="tx2"/>
                    </a:solidFill>
                    <a:latin typeface="Cambria Math" panose="02040503050406030204" pitchFamily="18" charset="0"/>
                  </a:rPr>
                  <a:t>𝐶𝑂 + 𝐻</a:t>
                </a:r>
                <a:r>
                  <a:rPr lang="en-US" sz="2000" baseline="-25000" noProof="0">
                    <a:solidFill>
                      <a:schemeClr val="tx2"/>
                    </a:solidFill>
                    <a:latin typeface="Cambria Math" panose="02040503050406030204" pitchFamily="18" charset="0"/>
                  </a:rPr>
                  <a:t>2</a:t>
                </a:r>
                <a:r>
                  <a:rPr lang="en-US" sz="2000" noProof="0">
                    <a:solidFill>
                      <a:schemeClr val="tx2"/>
                    </a:solidFill>
                    <a:latin typeface="Cambria Math" panose="02040503050406030204" pitchFamily="18" charset="0"/>
                  </a:rPr>
                  <a:t>𝑂</a:t>
                </a:r>
                <a:r>
                  <a:rPr lang="en-US" sz="2000" noProof="0">
                    <a:solidFill>
                      <a:schemeClr val="tx2"/>
                    </a:solidFill>
                  </a:rPr>
                  <a:t>             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noProof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Δ</m:t>
                    </m:r>
                    <m:sSubSup>
                      <m:sSubSupPr>
                        <m:ctrlPr>
                          <a:rPr lang="en-US" sz="2000" i="1" noProof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sz="2000" noProof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000" i="1" noProof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298</m:t>
                        </m:r>
                        <m:r>
                          <m:rPr>
                            <m:sty m:val="p"/>
                          </m:rPr>
                          <a:rPr lang="en-US" sz="2000" noProof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  <m:sup>
                        <m:r>
                          <a:rPr lang="en-US" sz="2000" noProof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  <m:r>
                      <a:rPr lang="en-US" sz="2000" i="1" noProof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=41 </m:t>
                    </m:r>
                    <m:r>
                      <m:rPr>
                        <m:sty m:val="p"/>
                      </m:rPr>
                      <a:rPr lang="en-US" sz="2000" noProof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kJ</m:t>
                    </m:r>
                    <m:r>
                      <a:rPr lang="en-US" sz="2000" noProof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en-US" sz="2000" noProof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mol</m:t>
                    </m:r>
                  </m:oMath>
                </a14:m>
                <a:endParaRPr lang="en-US" sz="2000" u="sng" noProof="0">
                  <a:solidFill>
                    <a:schemeClr val="tx2"/>
                  </a:solidFill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9" name="Textplatzhalter 1">
                <a:extLst>
                  <a:ext uri="{FF2B5EF4-FFF2-40B4-BE49-F238E27FC236}">
                    <a16:creationId xmlns:a16="http://schemas.microsoft.com/office/drawing/2014/main" id="{A1407090-B273-144E-96B6-9A6C4D6730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700" y="1112173"/>
                <a:ext cx="6722072" cy="1953739"/>
              </a:xfrm>
              <a:prstGeom prst="rect">
                <a:avLst/>
              </a:prstGeom>
              <a:blipFill>
                <a:blip r:embed="rId3"/>
                <a:stretch>
                  <a:fillRect l="-363" t="-31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38A20512-4B88-3480-917F-07A261EAF049}"/>
              </a:ext>
            </a:extLst>
          </p:cNvPr>
          <p:cNvGrpSpPr/>
          <p:nvPr/>
        </p:nvGrpSpPr>
        <p:grpSpPr>
          <a:xfrm>
            <a:off x="520700" y="3159974"/>
            <a:ext cx="6169811" cy="1304048"/>
            <a:chOff x="6998668" y="932694"/>
            <a:chExt cx="6169811" cy="1304048"/>
          </a:xfrm>
        </p:grpSpPr>
        <p:sp>
          <p:nvSpPr>
            <p:cNvPr id="28" name="Rechteck: abgerundete Ecken 27">
              <a:extLst>
                <a:ext uri="{FF2B5EF4-FFF2-40B4-BE49-F238E27FC236}">
                  <a16:creationId xmlns:a16="http://schemas.microsoft.com/office/drawing/2014/main" id="{1BBCF617-6B82-3C4B-1F39-83D341CFD367}"/>
                </a:ext>
              </a:extLst>
            </p:cNvPr>
            <p:cNvSpPr/>
            <p:nvPr/>
          </p:nvSpPr>
          <p:spPr>
            <a:xfrm>
              <a:off x="6998668" y="935649"/>
              <a:ext cx="6169811" cy="1301093"/>
            </a:xfrm>
            <a:prstGeom prst="roundRect">
              <a:avLst>
                <a:gd name="adj" fmla="val 9259"/>
              </a:avLst>
            </a:prstGeom>
            <a:solidFill>
              <a:schemeClr val="bg1"/>
            </a:solidFill>
            <a:ln w="28575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noProof="0">
                <a:solidFill>
                  <a:schemeClr val="tx2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platzhalter 1">
                  <a:extLst>
                    <a:ext uri="{FF2B5EF4-FFF2-40B4-BE49-F238E27FC236}">
                      <a16:creationId xmlns:a16="http://schemas.microsoft.com/office/drawing/2014/main" id="{606A654A-B66F-6226-A2C5-EEB7CB1C5C2E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6998668" y="932694"/>
                  <a:ext cx="5698318" cy="1086546"/>
                </a:xfrm>
                <a:prstGeom prst="rect">
                  <a:avLst/>
                </a:prstGeom>
              </p:spPr>
              <p:txBody>
                <a:bodyPr lIns="129351" tIns="64676" rIns="129351" bIns="64676"/>
                <a:lstStyle>
                  <a:lvl1pPr marL="0" indent="0" algn="l" defTabSz="3986269" rtl="0" eaLnBrk="1" latinLnBrk="0" hangingPunct="1">
                    <a:spcBef>
                      <a:spcPct val="20000"/>
                    </a:spcBef>
                    <a:buFontTx/>
                    <a:buNone/>
                    <a:defRPr lang="de-DE" sz="3200" b="0" i="0" kern="1200" baseline="0" dirty="0">
                      <a:solidFill>
                        <a:schemeClr val="accent3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lvl1pPr>
                  <a:lvl2pPr marL="3238843" indent="-1245711" algn="l" defTabSz="3986269" rtl="0" eaLnBrk="1" latinLnBrk="0" hangingPunct="1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117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4982839" indent="-996570" algn="l" defTabSz="3986269" rtl="0" eaLnBrk="1" latinLnBrk="0" hangingPunct="1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10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6975973" indent="-996570" algn="l" defTabSz="3986269" rtl="0" eaLnBrk="1" latinLnBrk="0" hangingPunct="1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8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8969109" indent="-996570" algn="l" defTabSz="3986269" rtl="0" eaLnBrk="1" latinLnBrk="0" hangingPunct="1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8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0962242" indent="-996570" algn="l" defTabSz="3986269" rtl="0" eaLnBrk="1" latinLnBrk="0" hangingPunct="1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8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12955375" indent="-996570" algn="l" defTabSz="3986269" rtl="0" eaLnBrk="1" latinLnBrk="0" hangingPunct="1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8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14948511" indent="-996570" algn="l" defTabSz="3986269" rtl="0" eaLnBrk="1" latinLnBrk="0" hangingPunct="1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8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16941646" indent="-996570" algn="l" defTabSz="3986269" rtl="0" eaLnBrk="1" latinLnBrk="0" hangingPunct="1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8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US" sz="2000" u="sng">
                      <a:solidFill>
                        <a:srgbClr val="000000"/>
                      </a:solidFill>
                      <a:sym typeface="Wingdings" panose="05000000000000000000" pitchFamily="2" charset="2"/>
                    </a:rPr>
                    <a:t>Soot Formation:</a:t>
                  </a:r>
                  <a:r>
                    <a:rPr lang="en-US" sz="2000">
                      <a:solidFill>
                        <a:srgbClr val="000000"/>
                      </a:solidFill>
                      <a:sym typeface="Wingdings" panose="05000000000000000000" pitchFamily="2" charset="2"/>
                    </a:rPr>
                    <a:t>                    </a:t>
                  </a:r>
                  <a:endParaRPr lang="en-US" sz="2000" i="1">
                    <a:solidFill>
                      <a:srgbClr val="000000"/>
                    </a:solidFill>
                    <a:latin typeface="Cambria Math" panose="02040503050406030204" pitchFamily="18" charset="0"/>
                  </a:endParaRPr>
                </a:p>
                <a:p>
                  <a:r>
                    <a:rPr lang="de-DE" sz="1800" err="1">
                      <a:solidFill>
                        <a:schemeClr val="tx2"/>
                      </a:solidFill>
                    </a:rPr>
                    <a:t>Boudouard</a:t>
                  </a:r>
                  <a:r>
                    <a:rPr lang="de-DE" sz="1800">
                      <a:solidFill>
                        <a:schemeClr val="tx2"/>
                      </a:solidFill>
                    </a:rPr>
                    <a:t> Equilibrium:             </a:t>
                  </a:r>
                  <a14:m>
                    <m:oMath xmlns:m="http://schemas.openxmlformats.org/officeDocument/2006/math">
                      <m:r>
                        <a:rPr lang="en-US" sz="2000" i="1" noProof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2 </m:t>
                      </m:r>
                      <m:r>
                        <a:rPr lang="en-US" sz="2000" i="1" noProof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𝐶𝑂</m:t>
                      </m:r>
                      <m:r>
                        <a:rPr lang="en-US" sz="2000" i="1" noProof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⇋</m:t>
                      </m:r>
                      <m:r>
                        <a:rPr lang="en-US" sz="2000" i="1" noProof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sz="2000" i="1" noProof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noProof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sz="2000" i="1" noProof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en-US" sz="2000" i="1" noProof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𝐶𝑂</m:t>
                      </m:r>
                      <m:r>
                        <a:rPr lang="en-US" sz="2000" i="1" baseline="-25000" noProof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a14:m>
                  <a:endParaRPr lang="en-US" sz="2000" noProof="0">
                    <a:solidFill>
                      <a:schemeClr val="tx2"/>
                    </a:solidFill>
                    <a:sym typeface="Wingdings" panose="05000000000000000000" pitchFamily="2" charset="2"/>
                  </a:endParaRPr>
                </a:p>
                <a:p>
                  <a:r>
                    <a:rPr lang="de-DE" sz="1800">
                      <a:solidFill>
                        <a:schemeClr val="tx2"/>
                      </a:solidFill>
                    </a:rPr>
                    <a:t>Methane </a:t>
                  </a:r>
                  <a:r>
                    <a:rPr lang="de-DE" sz="1800" err="1">
                      <a:solidFill>
                        <a:schemeClr val="tx2"/>
                      </a:solidFill>
                    </a:rPr>
                    <a:t>Decomposition</a:t>
                  </a:r>
                  <a:r>
                    <a:rPr lang="de-DE" sz="1800">
                      <a:solidFill>
                        <a:schemeClr val="tx2"/>
                      </a:solidFill>
                    </a:rPr>
                    <a:t>:            </a:t>
                  </a:r>
                  <a14:m>
                    <m:oMath xmlns:m="http://schemas.openxmlformats.org/officeDocument/2006/math">
                      <m:r>
                        <a:rPr lang="en-US" sz="2000" i="1" noProof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𝐶𝐻</m:t>
                      </m:r>
                      <m:r>
                        <a:rPr lang="en-US" sz="2000" i="1" baseline="-25000" noProof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sz="2000" i="1" noProof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⇋</m:t>
                      </m:r>
                      <m:r>
                        <a:rPr lang="en-US" sz="2000" i="1" noProof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sz="2000" i="1" noProof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noProof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sz="2000" i="1" noProof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+ 2 </m:t>
                      </m:r>
                      <m:r>
                        <a:rPr lang="en-US" sz="2000" i="1" noProof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2000" i="1" baseline="-25000" noProof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a14:m>
                  <a:endParaRPr lang="en-US" sz="2000" noProof="0">
                    <a:solidFill>
                      <a:schemeClr val="tx2"/>
                    </a:solidFill>
                    <a:sym typeface="Wingdings" panose="05000000000000000000" pitchFamily="2" charset="2"/>
                  </a:endParaRPr>
                </a:p>
              </p:txBody>
            </p:sp>
          </mc:Choice>
          <mc:Fallback xmlns="">
            <p:sp>
              <p:nvSpPr>
                <p:cNvPr id="18" name="Textplatzhalter 1">
                  <a:extLst>
                    <a:ext uri="{FF2B5EF4-FFF2-40B4-BE49-F238E27FC236}">
                      <a16:creationId xmlns:a16="http://schemas.microsoft.com/office/drawing/2014/main" id="{606A654A-B66F-6226-A2C5-EEB7CB1C5C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8668" y="932694"/>
                  <a:ext cx="5698318" cy="1086546"/>
                </a:xfrm>
                <a:prstGeom prst="rect">
                  <a:avLst/>
                </a:prstGeom>
                <a:blipFill>
                  <a:blip r:embed="rId4"/>
                  <a:stretch>
                    <a:fillRect l="-428" t="-559" b="-13966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29" name="Grafik 28">
            <a:extLst>
              <a:ext uri="{FF2B5EF4-FFF2-40B4-BE49-F238E27FC236}">
                <a16:creationId xmlns:a16="http://schemas.microsoft.com/office/drawing/2014/main" id="{F6FAB96B-B8D3-1EE8-0095-C5BB3F4AAB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5326" y="1108979"/>
            <a:ext cx="4812263" cy="3846817"/>
          </a:xfrm>
          <a:prstGeom prst="rect">
            <a:avLst/>
          </a:prstGeom>
        </p:spPr>
      </p:pic>
      <p:sp>
        <p:nvSpPr>
          <p:cNvPr id="4" name="Inhaltsplatzhalter 1">
            <a:extLst>
              <a:ext uri="{FF2B5EF4-FFF2-40B4-BE49-F238E27FC236}">
                <a16:creationId xmlns:a16="http://schemas.microsoft.com/office/drawing/2014/main" id="{D1A9DD75-0982-1843-8937-7C87A1CB5202}"/>
              </a:ext>
            </a:extLst>
          </p:cNvPr>
          <p:cNvSpPr txBox="1">
            <a:spLocks/>
          </p:cNvSpPr>
          <p:nvPr/>
        </p:nvSpPr>
        <p:spPr>
          <a:xfrm>
            <a:off x="7236882" y="915380"/>
            <a:ext cx="4165051" cy="38719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171436" indent="-171436" algn="l" defTabSz="685745" rtl="0" eaLnBrk="1" latinLnBrk="0" hangingPunct="1">
              <a:lnSpc>
                <a:spcPct val="12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360334" indent="-184135" algn="l" defTabSz="685745" rtl="0" eaLnBrk="1" latinLnBrk="0" hangingPunct="1">
              <a:lnSpc>
                <a:spcPct val="120000"/>
              </a:lnSpc>
              <a:spcBef>
                <a:spcPts val="374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536532" indent="-176198" algn="l" defTabSz="685745" rtl="0" eaLnBrk="1" latinLnBrk="0" hangingPunct="1">
              <a:lnSpc>
                <a:spcPct val="120000"/>
              </a:lnSpc>
              <a:spcBef>
                <a:spcPts val="374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7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720667" indent="-184135" algn="l" defTabSz="685745" rtl="0" eaLnBrk="1" latinLnBrk="0" hangingPunct="1">
              <a:lnSpc>
                <a:spcPct val="120000"/>
              </a:lnSpc>
              <a:spcBef>
                <a:spcPts val="374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7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896866" indent="-176198" algn="l" defTabSz="685745" rtl="0" eaLnBrk="1" latinLnBrk="0" hangingPunct="1">
              <a:lnSpc>
                <a:spcPct val="120000"/>
              </a:lnSpc>
              <a:spcBef>
                <a:spcPts val="374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7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885799" indent="-171436" algn="l" defTabSz="685745" rtl="0" eaLnBrk="1" latinLnBrk="0" hangingPunct="1">
              <a:lnSpc>
                <a:spcPct val="90000"/>
              </a:lnSpc>
              <a:spcBef>
                <a:spcPts val="374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672" indent="-171436" algn="l" defTabSz="685745" rtl="0" eaLnBrk="1" latinLnBrk="0" hangingPunct="1">
              <a:lnSpc>
                <a:spcPct val="90000"/>
              </a:lnSpc>
              <a:spcBef>
                <a:spcPts val="374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544" indent="-171436" algn="l" defTabSz="685745" rtl="0" eaLnBrk="1" latinLnBrk="0" hangingPunct="1">
              <a:lnSpc>
                <a:spcPct val="90000"/>
              </a:lnSpc>
              <a:spcBef>
                <a:spcPts val="374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417" indent="-171436" algn="l" defTabSz="685745" rtl="0" eaLnBrk="1" latinLnBrk="0" hangingPunct="1">
              <a:lnSpc>
                <a:spcPct val="90000"/>
              </a:lnSpc>
              <a:spcBef>
                <a:spcPts val="374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u="sng"/>
              <a:t>Thermodynamic equilibrium @1 bar</a:t>
            </a:r>
            <a:endParaRPr lang="de-DE" u="sng"/>
          </a:p>
        </p:txBody>
      </p: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7C797066-D131-FD93-B7D9-36E01FF5F37B}"/>
              </a:ext>
            </a:extLst>
          </p:cNvPr>
          <p:cNvGrpSpPr/>
          <p:nvPr/>
        </p:nvGrpSpPr>
        <p:grpSpPr>
          <a:xfrm>
            <a:off x="624422" y="5173298"/>
            <a:ext cx="10611856" cy="1146600"/>
            <a:chOff x="-3033090" y="2267653"/>
            <a:chExt cx="7194832" cy="1580806"/>
          </a:xfrm>
        </p:grpSpPr>
        <p:sp>
          <p:nvSpPr>
            <p:cNvPr id="7" name="Rechteck: abgerundete Ecken 6">
              <a:extLst>
                <a:ext uri="{FF2B5EF4-FFF2-40B4-BE49-F238E27FC236}">
                  <a16:creationId xmlns:a16="http://schemas.microsoft.com/office/drawing/2014/main" id="{72ADB5F1-536E-295F-6B9E-F3EDD88CCC05}"/>
                </a:ext>
              </a:extLst>
            </p:cNvPr>
            <p:cNvSpPr/>
            <p:nvPr/>
          </p:nvSpPr>
          <p:spPr>
            <a:xfrm>
              <a:off x="-3033090" y="2267653"/>
              <a:ext cx="7194832" cy="1580806"/>
            </a:xfrm>
            <a:prstGeom prst="roundRect">
              <a:avLst>
                <a:gd name="adj" fmla="val 2500"/>
              </a:avLst>
            </a:prstGeom>
            <a:solidFill>
              <a:schemeClr val="bg1"/>
            </a:solidFill>
            <a:ln w="28575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noProof="0"/>
            </a:p>
          </p:txBody>
        </p:sp>
        <p:sp>
          <p:nvSpPr>
            <p:cNvPr id="8" name="Textfeld 7">
              <a:extLst>
                <a:ext uri="{FF2B5EF4-FFF2-40B4-BE49-F238E27FC236}">
                  <a16:creationId xmlns:a16="http://schemas.microsoft.com/office/drawing/2014/main" id="{F6B202B8-BDF7-249D-C0E5-BD1559B7C81F}"/>
                </a:ext>
              </a:extLst>
            </p:cNvPr>
            <p:cNvSpPr txBox="1"/>
            <p:nvPr/>
          </p:nvSpPr>
          <p:spPr>
            <a:xfrm>
              <a:off x="-2862851" y="2478092"/>
              <a:ext cx="6838476" cy="118811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buClr>
                  <a:schemeClr val="accent2"/>
                </a:buClr>
              </a:pPr>
              <a:r>
                <a:rPr lang="en-US" sz="2800">
                  <a:solidFill>
                    <a:schemeClr val="tx2"/>
                  </a:solidFill>
                </a:rPr>
                <a:t>High temperature improves conversion and minimizes soot formation</a:t>
              </a:r>
              <a:endParaRPr lang="en-US" sz="1800">
                <a:solidFill>
                  <a:schemeClr val="tx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99857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ECD2EA-F291-6FDA-0F43-91399ED6F5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5120A4B-C0D6-F5D2-02E2-ACF10C460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noProof="0"/>
              <a:t>10.09.2025</a:t>
            </a:r>
            <a:endParaRPr lang="en-US" noProof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1C5ACFC-B82B-FFFD-7E63-78C501220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/>
              <a:t>14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89672F8-CC9C-8137-BB1B-96E1698E8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Proof of Concept: Dry Reforming with Electrically Heated OCMC-Tube</a:t>
            </a:r>
          </a:p>
        </p:txBody>
      </p:sp>
      <p:grpSp>
        <p:nvGrpSpPr>
          <p:cNvPr id="62" name="Gruppieren 61">
            <a:extLst>
              <a:ext uri="{FF2B5EF4-FFF2-40B4-BE49-F238E27FC236}">
                <a16:creationId xmlns:a16="http://schemas.microsoft.com/office/drawing/2014/main" id="{530B2A05-E8B2-8D55-AAC2-92EE74C1E21D}"/>
              </a:ext>
            </a:extLst>
          </p:cNvPr>
          <p:cNvGrpSpPr/>
          <p:nvPr/>
        </p:nvGrpSpPr>
        <p:grpSpPr>
          <a:xfrm>
            <a:off x="5026347" y="1246301"/>
            <a:ext cx="6742866" cy="3286278"/>
            <a:chOff x="5026347" y="795451"/>
            <a:chExt cx="6742866" cy="3286278"/>
          </a:xfrm>
        </p:grpSpPr>
        <p:pic>
          <p:nvPicPr>
            <p:cNvPr id="59" name="Grafik 58">
              <a:extLst>
                <a:ext uri="{FF2B5EF4-FFF2-40B4-BE49-F238E27FC236}">
                  <a16:creationId xmlns:a16="http://schemas.microsoft.com/office/drawing/2014/main" id="{12DA8869-5DAB-DC47-B5BA-EDD9078A2B4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46486" y="795451"/>
              <a:ext cx="6622727" cy="3286278"/>
            </a:xfrm>
            <a:prstGeom prst="rect">
              <a:avLst/>
            </a:prstGeom>
          </p:spPr>
        </p:pic>
        <p:pic>
          <p:nvPicPr>
            <p:cNvPr id="61" name="Grafik 60">
              <a:extLst>
                <a:ext uri="{FF2B5EF4-FFF2-40B4-BE49-F238E27FC236}">
                  <a16:creationId xmlns:a16="http://schemas.microsoft.com/office/drawing/2014/main" id="{9E38A4D9-DEB2-D0ED-8DDB-F747661CE19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026347" y="1227364"/>
              <a:ext cx="447737" cy="1886213"/>
            </a:xfrm>
            <a:prstGeom prst="rect">
              <a:avLst/>
            </a:prstGeom>
          </p:spPr>
        </p:pic>
      </p:grpSp>
      <p:pic>
        <p:nvPicPr>
          <p:cNvPr id="64" name="Grafik 63">
            <a:extLst>
              <a:ext uri="{FF2B5EF4-FFF2-40B4-BE49-F238E27FC236}">
                <a16:creationId xmlns:a16="http://schemas.microsoft.com/office/drawing/2014/main" id="{CE795261-F5DD-5CC9-D974-126A362EDF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3203" y="4327633"/>
            <a:ext cx="2333951" cy="314369"/>
          </a:xfrm>
          <a:prstGeom prst="rect">
            <a:avLst/>
          </a:prstGeom>
        </p:spPr>
      </p:pic>
      <p:sp>
        <p:nvSpPr>
          <p:cNvPr id="58" name="Rechteck: abgerundete Ecken 57">
            <a:extLst>
              <a:ext uri="{FF2B5EF4-FFF2-40B4-BE49-F238E27FC236}">
                <a16:creationId xmlns:a16="http://schemas.microsoft.com/office/drawing/2014/main" id="{A95AB2D4-598E-C0C8-095D-DF8897E6D4B5}"/>
              </a:ext>
            </a:extLst>
          </p:cNvPr>
          <p:cNvSpPr/>
          <p:nvPr/>
        </p:nvSpPr>
        <p:spPr>
          <a:xfrm>
            <a:off x="489848" y="1347032"/>
            <a:ext cx="4414348" cy="3083599"/>
          </a:xfrm>
          <a:prstGeom prst="roundRect">
            <a:avLst>
              <a:gd name="adj" fmla="val 10472"/>
            </a:avLst>
          </a:prstGeom>
          <a:solidFill>
            <a:schemeClr val="bg1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noProof="0">
              <a:solidFill>
                <a:schemeClr val="tx2"/>
              </a:solidFill>
            </a:endParaRPr>
          </a:p>
        </p:txBody>
      </p:sp>
      <p:grpSp>
        <p:nvGrpSpPr>
          <p:cNvPr id="60" name="Gruppieren 59">
            <a:extLst>
              <a:ext uri="{FF2B5EF4-FFF2-40B4-BE49-F238E27FC236}">
                <a16:creationId xmlns:a16="http://schemas.microsoft.com/office/drawing/2014/main" id="{55C2AA20-6BB3-1AD1-EC6C-5F0EFFFE8B04}"/>
              </a:ext>
            </a:extLst>
          </p:cNvPr>
          <p:cNvGrpSpPr/>
          <p:nvPr/>
        </p:nvGrpSpPr>
        <p:grpSpPr>
          <a:xfrm>
            <a:off x="794345" y="3691045"/>
            <a:ext cx="1963773" cy="450000"/>
            <a:chOff x="785447" y="2674335"/>
            <a:chExt cx="1963773" cy="450000"/>
          </a:xfrm>
        </p:grpSpPr>
        <p:sp>
          <p:nvSpPr>
            <p:cNvPr id="109" name="Textfeld 108">
              <a:extLst>
                <a:ext uri="{FF2B5EF4-FFF2-40B4-BE49-F238E27FC236}">
                  <a16:creationId xmlns:a16="http://schemas.microsoft.com/office/drawing/2014/main" id="{0B364BCC-0912-086F-C7E9-1CADD1825407}"/>
                </a:ext>
              </a:extLst>
            </p:cNvPr>
            <p:cNvSpPr txBox="1"/>
            <p:nvPr/>
          </p:nvSpPr>
          <p:spPr>
            <a:xfrm>
              <a:off x="1237136" y="2725936"/>
              <a:ext cx="1512084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/>
              <a:r>
                <a:rPr lang="en-US" sz="1600" noProof="0">
                  <a:solidFill>
                    <a:schemeClr val="tx2"/>
                  </a:solidFill>
                </a:rPr>
                <a:t>Max.1150 °C</a:t>
              </a:r>
            </a:p>
          </p:txBody>
        </p:sp>
        <p:grpSp>
          <p:nvGrpSpPr>
            <p:cNvPr id="110" name="Gruppieren 109">
              <a:extLst>
                <a:ext uri="{FF2B5EF4-FFF2-40B4-BE49-F238E27FC236}">
                  <a16:creationId xmlns:a16="http://schemas.microsoft.com/office/drawing/2014/main" id="{6E6170B4-015F-9BB7-0CA9-EE02E4BCA56B}"/>
                </a:ext>
              </a:extLst>
            </p:cNvPr>
            <p:cNvGrpSpPr/>
            <p:nvPr/>
          </p:nvGrpSpPr>
          <p:grpSpPr>
            <a:xfrm>
              <a:off x="785447" y="2674335"/>
              <a:ext cx="450000" cy="450000"/>
              <a:chOff x="638175" y="1914525"/>
              <a:chExt cx="846000" cy="846000"/>
            </a:xfrm>
          </p:grpSpPr>
          <p:sp>
            <p:nvSpPr>
              <p:cNvPr id="111" name="Ellipse 110">
                <a:extLst>
                  <a:ext uri="{FF2B5EF4-FFF2-40B4-BE49-F238E27FC236}">
                    <a16:creationId xmlns:a16="http://schemas.microsoft.com/office/drawing/2014/main" id="{34710038-F684-4CF7-E372-D4B3D6508A0B}"/>
                  </a:ext>
                </a:extLst>
              </p:cNvPr>
              <p:cNvSpPr/>
              <p:nvPr/>
            </p:nvSpPr>
            <p:spPr>
              <a:xfrm>
                <a:off x="638175" y="1914525"/>
                <a:ext cx="846000" cy="846000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noProof="0"/>
              </a:p>
            </p:txBody>
          </p:sp>
          <p:pic>
            <p:nvPicPr>
              <p:cNvPr id="112" name="Grafik 111" descr="Thermometer mit einfarbiger Füllung">
                <a:extLst>
                  <a:ext uri="{FF2B5EF4-FFF2-40B4-BE49-F238E27FC236}">
                    <a16:creationId xmlns:a16="http://schemas.microsoft.com/office/drawing/2014/main" id="{E4DDF0AD-95CD-4BE9-6533-F93F840522A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704850" y="1971675"/>
                <a:ext cx="720000" cy="720000"/>
              </a:xfrm>
              <a:prstGeom prst="rect">
                <a:avLst/>
              </a:prstGeom>
            </p:spPr>
          </p:pic>
        </p:grpSp>
      </p:grpSp>
      <p:grpSp>
        <p:nvGrpSpPr>
          <p:cNvPr id="63" name="Gruppieren 62">
            <a:extLst>
              <a:ext uri="{FF2B5EF4-FFF2-40B4-BE49-F238E27FC236}">
                <a16:creationId xmlns:a16="http://schemas.microsoft.com/office/drawing/2014/main" id="{87F83019-7AAF-6562-6C70-09CFF7BE6C6E}"/>
              </a:ext>
            </a:extLst>
          </p:cNvPr>
          <p:cNvGrpSpPr/>
          <p:nvPr/>
        </p:nvGrpSpPr>
        <p:grpSpPr>
          <a:xfrm>
            <a:off x="2657753" y="3116146"/>
            <a:ext cx="2079837" cy="830997"/>
            <a:chOff x="-918785" y="3757045"/>
            <a:chExt cx="2079837" cy="830997"/>
          </a:xfrm>
        </p:grpSpPr>
        <p:sp>
          <p:nvSpPr>
            <p:cNvPr id="105" name="Textfeld 104">
              <a:extLst>
                <a:ext uri="{FF2B5EF4-FFF2-40B4-BE49-F238E27FC236}">
                  <a16:creationId xmlns:a16="http://schemas.microsoft.com/office/drawing/2014/main" id="{9D2402B4-16BA-4B05-0238-1E0267F2D139}"/>
                </a:ext>
              </a:extLst>
            </p:cNvPr>
            <p:cNvSpPr txBox="1"/>
            <p:nvPr/>
          </p:nvSpPr>
          <p:spPr>
            <a:xfrm>
              <a:off x="-408192" y="3757045"/>
              <a:ext cx="1569244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/>
              <a:r>
                <a:rPr lang="en-US" sz="1600" noProof="0">
                  <a:solidFill>
                    <a:schemeClr val="tx2"/>
                  </a:solidFill>
                </a:rPr>
                <a:t>2.5 l/min</a:t>
              </a:r>
            </a:p>
            <a:p>
              <a:r>
                <a:rPr lang="en-US" sz="1600" noProof="0">
                  <a:solidFill>
                    <a:srgbClr val="000000"/>
                  </a:solidFill>
                </a:rPr>
                <a:t>20 vol.% CH</a:t>
              </a:r>
              <a:r>
                <a:rPr lang="en-US" sz="1600" baseline="-25000" noProof="0">
                  <a:solidFill>
                    <a:srgbClr val="000000"/>
                  </a:solidFill>
                </a:rPr>
                <a:t>4</a:t>
              </a:r>
              <a:r>
                <a:rPr lang="en-US" sz="1600" noProof="0">
                  <a:solidFill>
                    <a:srgbClr val="000000"/>
                  </a:solidFill>
                </a:rPr>
                <a:t> </a:t>
              </a:r>
            </a:p>
            <a:p>
              <a:r>
                <a:rPr lang="en-US" sz="1600" noProof="0">
                  <a:solidFill>
                    <a:srgbClr val="000000"/>
                  </a:solidFill>
                </a:rPr>
                <a:t>20 vol.% CO</a:t>
              </a:r>
              <a:r>
                <a:rPr lang="en-US" sz="1600" baseline="-25000" noProof="0">
                  <a:solidFill>
                    <a:srgbClr val="000000"/>
                  </a:solidFill>
                </a:rPr>
                <a:t>2</a:t>
              </a:r>
            </a:p>
          </p:txBody>
        </p:sp>
        <p:grpSp>
          <p:nvGrpSpPr>
            <p:cNvPr id="106" name="Gruppieren 105">
              <a:extLst>
                <a:ext uri="{FF2B5EF4-FFF2-40B4-BE49-F238E27FC236}">
                  <a16:creationId xmlns:a16="http://schemas.microsoft.com/office/drawing/2014/main" id="{362B4B26-E85C-AF1E-48D1-B93787B46C71}"/>
                </a:ext>
              </a:extLst>
            </p:cNvPr>
            <p:cNvGrpSpPr/>
            <p:nvPr/>
          </p:nvGrpSpPr>
          <p:grpSpPr>
            <a:xfrm>
              <a:off x="-918785" y="3804358"/>
              <a:ext cx="450000" cy="450000"/>
              <a:chOff x="848991" y="5783283"/>
              <a:chExt cx="720000" cy="720000"/>
            </a:xfrm>
          </p:grpSpPr>
          <p:sp>
            <p:nvSpPr>
              <p:cNvPr id="107" name="Ellipse 106">
                <a:extLst>
                  <a:ext uri="{FF2B5EF4-FFF2-40B4-BE49-F238E27FC236}">
                    <a16:creationId xmlns:a16="http://schemas.microsoft.com/office/drawing/2014/main" id="{99C833AB-BDE5-E186-9A46-BDF7537FDE2F}"/>
                  </a:ext>
                </a:extLst>
              </p:cNvPr>
              <p:cNvSpPr/>
              <p:nvPr/>
            </p:nvSpPr>
            <p:spPr>
              <a:xfrm>
                <a:off x="848991" y="5791299"/>
                <a:ext cx="720000" cy="711984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noProof="0"/>
              </a:p>
            </p:txBody>
          </p:sp>
          <p:pic>
            <p:nvPicPr>
              <p:cNvPr id="108" name="Grafik 107" descr="Messgerät mit einfarbiger Füllung">
                <a:extLst>
                  <a:ext uri="{FF2B5EF4-FFF2-40B4-BE49-F238E27FC236}">
                    <a16:creationId xmlns:a16="http://schemas.microsoft.com/office/drawing/2014/main" id="{C3906FF7-13FF-B023-A136-65433608CDB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905736" y="5783283"/>
                <a:ext cx="612766" cy="605944"/>
              </a:xfrm>
              <a:prstGeom prst="rect">
                <a:avLst/>
              </a:prstGeom>
            </p:spPr>
          </p:pic>
        </p:grpSp>
      </p:grpSp>
      <p:grpSp>
        <p:nvGrpSpPr>
          <p:cNvPr id="65" name="Gruppieren 64">
            <a:extLst>
              <a:ext uri="{FF2B5EF4-FFF2-40B4-BE49-F238E27FC236}">
                <a16:creationId xmlns:a16="http://schemas.microsoft.com/office/drawing/2014/main" id="{61657719-426C-3608-01DB-E8919C0E8F72}"/>
              </a:ext>
            </a:extLst>
          </p:cNvPr>
          <p:cNvGrpSpPr/>
          <p:nvPr/>
        </p:nvGrpSpPr>
        <p:grpSpPr>
          <a:xfrm>
            <a:off x="780584" y="3117599"/>
            <a:ext cx="1800629" cy="546512"/>
            <a:chOff x="785447" y="4011239"/>
            <a:chExt cx="1800629" cy="546512"/>
          </a:xfrm>
        </p:grpSpPr>
        <p:grpSp>
          <p:nvGrpSpPr>
            <p:cNvPr id="71" name="Gruppieren 70">
              <a:extLst>
                <a:ext uri="{FF2B5EF4-FFF2-40B4-BE49-F238E27FC236}">
                  <a16:creationId xmlns:a16="http://schemas.microsoft.com/office/drawing/2014/main" id="{B394AD45-D745-7A79-A71A-8E2945A6B1E4}"/>
                </a:ext>
              </a:extLst>
            </p:cNvPr>
            <p:cNvGrpSpPr/>
            <p:nvPr/>
          </p:nvGrpSpPr>
          <p:grpSpPr>
            <a:xfrm>
              <a:off x="785447" y="4011239"/>
              <a:ext cx="450000" cy="450000"/>
              <a:chOff x="12475691" y="16003662"/>
              <a:chExt cx="900000" cy="900000"/>
            </a:xfrm>
          </p:grpSpPr>
          <p:sp>
            <p:nvSpPr>
              <p:cNvPr id="73" name="Ellipse 72">
                <a:extLst>
                  <a:ext uri="{FF2B5EF4-FFF2-40B4-BE49-F238E27FC236}">
                    <a16:creationId xmlns:a16="http://schemas.microsoft.com/office/drawing/2014/main" id="{C1E6957F-6651-BDB6-97E3-7E6C02EC151D}"/>
                  </a:ext>
                </a:extLst>
              </p:cNvPr>
              <p:cNvSpPr/>
              <p:nvPr/>
            </p:nvSpPr>
            <p:spPr>
              <a:xfrm>
                <a:off x="12475691" y="16003662"/>
                <a:ext cx="900000" cy="900000"/>
              </a:xfrm>
              <a:prstGeom prst="ellipse">
                <a:avLst/>
              </a:prstGeom>
              <a:solidFill>
                <a:srgbClr val="FFFFFF"/>
              </a:solidFill>
              <a:ln w="28575" cap="flat" cmpd="sng" algn="ctr">
                <a:solidFill>
                  <a:srgbClr val="00519E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3986269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grpSp>
            <p:nvGrpSpPr>
              <p:cNvPr id="74" name="Gruppieren 73">
                <a:extLst>
                  <a:ext uri="{FF2B5EF4-FFF2-40B4-BE49-F238E27FC236}">
                    <a16:creationId xmlns:a16="http://schemas.microsoft.com/office/drawing/2014/main" id="{BD285A51-A278-0A93-1130-204D6C7654C6}"/>
                  </a:ext>
                </a:extLst>
              </p:cNvPr>
              <p:cNvGrpSpPr/>
              <p:nvPr/>
            </p:nvGrpSpPr>
            <p:grpSpPr>
              <a:xfrm>
                <a:off x="12689403" y="16297200"/>
                <a:ext cx="506368" cy="373693"/>
                <a:chOff x="12657769" y="16247123"/>
                <a:chExt cx="506368" cy="373693"/>
              </a:xfrm>
              <a:solidFill>
                <a:srgbClr val="FFFFFF"/>
              </a:solidFill>
            </p:grpSpPr>
            <p:sp>
              <p:nvSpPr>
                <p:cNvPr id="80" name="Zylinder 79">
                  <a:extLst>
                    <a:ext uri="{FF2B5EF4-FFF2-40B4-BE49-F238E27FC236}">
                      <a16:creationId xmlns:a16="http://schemas.microsoft.com/office/drawing/2014/main" id="{A7EF9573-B1DA-2259-D54E-C5D40E2DDDEA}"/>
                    </a:ext>
                  </a:extLst>
                </p:cNvPr>
                <p:cNvSpPr/>
                <p:nvPr/>
              </p:nvSpPr>
              <p:spPr>
                <a:xfrm rot="17629254">
                  <a:off x="12687048" y="16230218"/>
                  <a:ext cx="72774" cy="131330"/>
                </a:xfrm>
                <a:prstGeom prst="can">
                  <a:avLst/>
                </a:prstGeom>
                <a:grpFill/>
                <a:ln w="9525" cap="flat" cmpd="sng" algn="ctr">
                  <a:solidFill>
                    <a:srgbClr val="00519E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81" name="Zylinder 80">
                  <a:extLst>
                    <a:ext uri="{FF2B5EF4-FFF2-40B4-BE49-F238E27FC236}">
                      <a16:creationId xmlns:a16="http://schemas.microsoft.com/office/drawing/2014/main" id="{62B528F3-9C65-C745-152C-783B38F5B6CD}"/>
                    </a:ext>
                  </a:extLst>
                </p:cNvPr>
                <p:cNvSpPr/>
                <p:nvPr/>
              </p:nvSpPr>
              <p:spPr>
                <a:xfrm rot="14916657">
                  <a:off x="12788802" y="16220019"/>
                  <a:ext cx="72774" cy="131330"/>
                </a:xfrm>
                <a:prstGeom prst="can">
                  <a:avLst/>
                </a:prstGeom>
                <a:grpFill/>
                <a:ln w="9525" cap="flat" cmpd="sng" algn="ctr">
                  <a:solidFill>
                    <a:srgbClr val="00519E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82" name="Zylinder 81">
                  <a:extLst>
                    <a:ext uri="{FF2B5EF4-FFF2-40B4-BE49-F238E27FC236}">
                      <a16:creationId xmlns:a16="http://schemas.microsoft.com/office/drawing/2014/main" id="{BA2C9C93-420F-C9A9-1F89-5C041FB3B28E}"/>
                    </a:ext>
                  </a:extLst>
                </p:cNvPr>
                <p:cNvSpPr/>
                <p:nvPr/>
              </p:nvSpPr>
              <p:spPr>
                <a:xfrm rot="17629254">
                  <a:off x="12687047" y="16345765"/>
                  <a:ext cx="72774" cy="131330"/>
                </a:xfrm>
                <a:prstGeom prst="can">
                  <a:avLst/>
                </a:prstGeom>
                <a:grpFill/>
                <a:ln w="9525" cap="flat" cmpd="sng" algn="ctr">
                  <a:solidFill>
                    <a:srgbClr val="00519E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83" name="Zylinder 82">
                  <a:extLst>
                    <a:ext uri="{FF2B5EF4-FFF2-40B4-BE49-F238E27FC236}">
                      <a16:creationId xmlns:a16="http://schemas.microsoft.com/office/drawing/2014/main" id="{0B1ADA97-37EE-9FD0-B1EE-775AD523A058}"/>
                    </a:ext>
                  </a:extLst>
                </p:cNvPr>
                <p:cNvSpPr/>
                <p:nvPr/>
              </p:nvSpPr>
              <p:spPr>
                <a:xfrm rot="17629254">
                  <a:off x="12870810" y="16304902"/>
                  <a:ext cx="72774" cy="131330"/>
                </a:xfrm>
                <a:prstGeom prst="can">
                  <a:avLst/>
                </a:prstGeom>
                <a:grpFill/>
                <a:ln w="9525" cap="flat" cmpd="sng" algn="ctr">
                  <a:solidFill>
                    <a:srgbClr val="00519E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84" name="Zylinder 83">
                  <a:extLst>
                    <a:ext uri="{FF2B5EF4-FFF2-40B4-BE49-F238E27FC236}">
                      <a16:creationId xmlns:a16="http://schemas.microsoft.com/office/drawing/2014/main" id="{EF5A4913-177A-63E0-60F5-2C678DE6B1D6}"/>
                    </a:ext>
                  </a:extLst>
                </p:cNvPr>
                <p:cNvSpPr/>
                <p:nvPr/>
              </p:nvSpPr>
              <p:spPr>
                <a:xfrm rot="17629254">
                  <a:off x="12687048" y="16497836"/>
                  <a:ext cx="72774" cy="131330"/>
                </a:xfrm>
                <a:prstGeom prst="can">
                  <a:avLst/>
                </a:prstGeom>
                <a:grpFill/>
                <a:ln w="9525" cap="flat" cmpd="sng" algn="ctr">
                  <a:solidFill>
                    <a:srgbClr val="00519E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85" name="Zylinder 84">
                  <a:extLst>
                    <a:ext uri="{FF2B5EF4-FFF2-40B4-BE49-F238E27FC236}">
                      <a16:creationId xmlns:a16="http://schemas.microsoft.com/office/drawing/2014/main" id="{4E18E4CF-6E2E-DAE0-B995-5EC300C7B110}"/>
                    </a:ext>
                  </a:extLst>
                </p:cNvPr>
                <p:cNvSpPr/>
                <p:nvPr/>
              </p:nvSpPr>
              <p:spPr>
                <a:xfrm rot="17629254">
                  <a:off x="12890145" y="16493602"/>
                  <a:ext cx="72774" cy="131330"/>
                </a:xfrm>
                <a:prstGeom prst="can">
                  <a:avLst/>
                </a:prstGeom>
                <a:grpFill/>
                <a:ln w="9525" cap="flat" cmpd="sng" algn="ctr">
                  <a:solidFill>
                    <a:srgbClr val="00519E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86" name="Zylinder 85">
                  <a:extLst>
                    <a:ext uri="{FF2B5EF4-FFF2-40B4-BE49-F238E27FC236}">
                      <a16:creationId xmlns:a16="http://schemas.microsoft.com/office/drawing/2014/main" id="{3BE14A97-E540-5819-5121-1C8D822DAC54}"/>
                    </a:ext>
                  </a:extLst>
                </p:cNvPr>
                <p:cNvSpPr/>
                <p:nvPr/>
              </p:nvSpPr>
              <p:spPr>
                <a:xfrm rot="1140205">
                  <a:off x="12878651" y="16413256"/>
                  <a:ext cx="87956" cy="108661"/>
                </a:xfrm>
                <a:prstGeom prst="can">
                  <a:avLst/>
                </a:prstGeom>
                <a:grpFill/>
                <a:ln w="9525" cap="flat" cmpd="sng" algn="ctr">
                  <a:solidFill>
                    <a:srgbClr val="00519E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87" name="Zylinder 86">
                  <a:extLst>
                    <a:ext uri="{FF2B5EF4-FFF2-40B4-BE49-F238E27FC236}">
                      <a16:creationId xmlns:a16="http://schemas.microsoft.com/office/drawing/2014/main" id="{FA86D97C-CE38-12D9-1901-3D7D8733FA4F}"/>
                    </a:ext>
                  </a:extLst>
                </p:cNvPr>
                <p:cNvSpPr/>
                <p:nvPr/>
              </p:nvSpPr>
              <p:spPr>
                <a:xfrm rot="20297642">
                  <a:off x="12784902" y="16510804"/>
                  <a:ext cx="87956" cy="108661"/>
                </a:xfrm>
                <a:prstGeom prst="can">
                  <a:avLst/>
                </a:prstGeom>
                <a:grpFill/>
                <a:ln w="9525" cap="flat" cmpd="sng" algn="ctr">
                  <a:solidFill>
                    <a:srgbClr val="00519E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88" name="Zylinder 87">
                  <a:extLst>
                    <a:ext uri="{FF2B5EF4-FFF2-40B4-BE49-F238E27FC236}">
                      <a16:creationId xmlns:a16="http://schemas.microsoft.com/office/drawing/2014/main" id="{844BD854-9749-3A6B-9608-6210A03262DC}"/>
                    </a:ext>
                  </a:extLst>
                </p:cNvPr>
                <p:cNvSpPr/>
                <p:nvPr/>
              </p:nvSpPr>
              <p:spPr>
                <a:xfrm rot="19303940">
                  <a:off x="12721480" y="16325428"/>
                  <a:ext cx="87956" cy="108661"/>
                </a:xfrm>
                <a:prstGeom prst="can">
                  <a:avLst/>
                </a:prstGeom>
                <a:grpFill/>
                <a:ln w="9525" cap="flat" cmpd="sng" algn="ctr">
                  <a:solidFill>
                    <a:srgbClr val="00519E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89" name="Zylinder 88">
                  <a:extLst>
                    <a:ext uri="{FF2B5EF4-FFF2-40B4-BE49-F238E27FC236}">
                      <a16:creationId xmlns:a16="http://schemas.microsoft.com/office/drawing/2014/main" id="{5A3AAC45-BE36-38E4-024B-981034684F3B}"/>
                    </a:ext>
                  </a:extLst>
                </p:cNvPr>
                <p:cNvSpPr/>
                <p:nvPr/>
              </p:nvSpPr>
              <p:spPr>
                <a:xfrm rot="19303940">
                  <a:off x="12880632" y="16247123"/>
                  <a:ext cx="87956" cy="108661"/>
                </a:xfrm>
                <a:prstGeom prst="can">
                  <a:avLst/>
                </a:prstGeom>
                <a:grpFill/>
                <a:ln w="9525" cap="flat" cmpd="sng" algn="ctr">
                  <a:solidFill>
                    <a:srgbClr val="00519E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90" name="Zylinder 89">
                  <a:extLst>
                    <a:ext uri="{FF2B5EF4-FFF2-40B4-BE49-F238E27FC236}">
                      <a16:creationId xmlns:a16="http://schemas.microsoft.com/office/drawing/2014/main" id="{EC8E309D-737D-1FAB-52AF-38C02B17A5F2}"/>
                    </a:ext>
                  </a:extLst>
                </p:cNvPr>
                <p:cNvSpPr/>
                <p:nvPr/>
              </p:nvSpPr>
              <p:spPr>
                <a:xfrm rot="19303940">
                  <a:off x="12842796" y="16375634"/>
                  <a:ext cx="87956" cy="108661"/>
                </a:xfrm>
                <a:prstGeom prst="can">
                  <a:avLst/>
                </a:prstGeom>
                <a:grpFill/>
                <a:ln w="9525" cap="flat" cmpd="sng" algn="ctr">
                  <a:solidFill>
                    <a:srgbClr val="00519E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91" name="Zylinder 90">
                  <a:extLst>
                    <a:ext uri="{FF2B5EF4-FFF2-40B4-BE49-F238E27FC236}">
                      <a16:creationId xmlns:a16="http://schemas.microsoft.com/office/drawing/2014/main" id="{5BE8B256-97E3-96CE-6625-1640257AA479}"/>
                    </a:ext>
                  </a:extLst>
                </p:cNvPr>
                <p:cNvSpPr/>
                <p:nvPr/>
              </p:nvSpPr>
              <p:spPr>
                <a:xfrm rot="1703411">
                  <a:off x="12788237" y="16299548"/>
                  <a:ext cx="87956" cy="108661"/>
                </a:xfrm>
                <a:prstGeom prst="can">
                  <a:avLst/>
                </a:prstGeom>
                <a:grpFill/>
                <a:ln w="9525" cap="flat" cmpd="sng" algn="ctr">
                  <a:solidFill>
                    <a:srgbClr val="00519E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92" name="Zylinder 91">
                  <a:extLst>
                    <a:ext uri="{FF2B5EF4-FFF2-40B4-BE49-F238E27FC236}">
                      <a16:creationId xmlns:a16="http://schemas.microsoft.com/office/drawing/2014/main" id="{45E67D4D-2133-A45C-072A-107881463E17}"/>
                    </a:ext>
                  </a:extLst>
                </p:cNvPr>
                <p:cNvSpPr/>
                <p:nvPr/>
              </p:nvSpPr>
              <p:spPr>
                <a:xfrm rot="1703411">
                  <a:off x="12727770" y="16468125"/>
                  <a:ext cx="87956" cy="108661"/>
                </a:xfrm>
                <a:prstGeom prst="can">
                  <a:avLst/>
                </a:prstGeom>
                <a:grpFill/>
                <a:ln w="9525" cap="flat" cmpd="sng" algn="ctr">
                  <a:solidFill>
                    <a:srgbClr val="00519E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93" name="Zylinder 92">
                  <a:extLst>
                    <a:ext uri="{FF2B5EF4-FFF2-40B4-BE49-F238E27FC236}">
                      <a16:creationId xmlns:a16="http://schemas.microsoft.com/office/drawing/2014/main" id="{D1588CB0-287F-59BC-72EB-7FE7E169CE63}"/>
                    </a:ext>
                  </a:extLst>
                </p:cNvPr>
                <p:cNvSpPr/>
                <p:nvPr/>
              </p:nvSpPr>
              <p:spPr>
                <a:xfrm rot="8190715">
                  <a:off x="12676731" y="16407111"/>
                  <a:ext cx="87956" cy="108661"/>
                </a:xfrm>
                <a:prstGeom prst="can">
                  <a:avLst/>
                </a:prstGeom>
                <a:grpFill/>
                <a:ln w="9525" cap="flat" cmpd="sng" algn="ctr">
                  <a:solidFill>
                    <a:srgbClr val="00519E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94" name="Zylinder 93">
                  <a:extLst>
                    <a:ext uri="{FF2B5EF4-FFF2-40B4-BE49-F238E27FC236}">
                      <a16:creationId xmlns:a16="http://schemas.microsoft.com/office/drawing/2014/main" id="{01384DB2-141E-F52F-07B0-712AF94990CA}"/>
                    </a:ext>
                  </a:extLst>
                </p:cNvPr>
                <p:cNvSpPr/>
                <p:nvPr/>
              </p:nvSpPr>
              <p:spPr>
                <a:xfrm rot="16063103">
                  <a:off x="12789612" y="16400483"/>
                  <a:ext cx="72774" cy="131330"/>
                </a:xfrm>
                <a:prstGeom prst="can">
                  <a:avLst/>
                </a:prstGeom>
                <a:grpFill/>
                <a:ln w="9525" cap="flat" cmpd="sng" algn="ctr">
                  <a:solidFill>
                    <a:srgbClr val="00519E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95" name="Zylinder 94">
                  <a:extLst>
                    <a:ext uri="{FF2B5EF4-FFF2-40B4-BE49-F238E27FC236}">
                      <a16:creationId xmlns:a16="http://schemas.microsoft.com/office/drawing/2014/main" id="{569ABC83-40E9-4E4D-D204-594941D0C287}"/>
                    </a:ext>
                  </a:extLst>
                </p:cNvPr>
                <p:cNvSpPr/>
                <p:nvPr/>
              </p:nvSpPr>
              <p:spPr>
                <a:xfrm rot="18559057">
                  <a:off x="12959520" y="16231568"/>
                  <a:ext cx="72774" cy="131330"/>
                </a:xfrm>
                <a:prstGeom prst="can">
                  <a:avLst/>
                </a:prstGeom>
                <a:grpFill/>
                <a:ln w="9525" cap="flat" cmpd="sng" algn="ctr">
                  <a:solidFill>
                    <a:srgbClr val="00519E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96" name="Zylinder 95">
                  <a:extLst>
                    <a:ext uri="{FF2B5EF4-FFF2-40B4-BE49-F238E27FC236}">
                      <a16:creationId xmlns:a16="http://schemas.microsoft.com/office/drawing/2014/main" id="{59196F5D-D566-AC61-977E-3379208B74FA}"/>
                    </a:ext>
                  </a:extLst>
                </p:cNvPr>
                <p:cNvSpPr/>
                <p:nvPr/>
              </p:nvSpPr>
              <p:spPr>
                <a:xfrm rot="15846460">
                  <a:off x="13061274" y="16221369"/>
                  <a:ext cx="72774" cy="131330"/>
                </a:xfrm>
                <a:prstGeom prst="can">
                  <a:avLst/>
                </a:prstGeom>
                <a:grpFill/>
                <a:ln w="9525" cap="flat" cmpd="sng" algn="ctr">
                  <a:solidFill>
                    <a:srgbClr val="00519E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97" name="Zylinder 96">
                  <a:extLst>
                    <a:ext uri="{FF2B5EF4-FFF2-40B4-BE49-F238E27FC236}">
                      <a16:creationId xmlns:a16="http://schemas.microsoft.com/office/drawing/2014/main" id="{3E077D38-FBCE-BDD8-1631-B2F3899256E6}"/>
                    </a:ext>
                  </a:extLst>
                </p:cNvPr>
                <p:cNvSpPr/>
                <p:nvPr/>
              </p:nvSpPr>
              <p:spPr>
                <a:xfrm rot="18559057">
                  <a:off x="12959520" y="16347115"/>
                  <a:ext cx="72774" cy="131330"/>
                </a:xfrm>
                <a:prstGeom prst="can">
                  <a:avLst/>
                </a:prstGeom>
                <a:grpFill/>
                <a:ln w="9525" cap="flat" cmpd="sng" algn="ctr">
                  <a:solidFill>
                    <a:srgbClr val="00519E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98" name="Zylinder 97">
                  <a:extLst>
                    <a:ext uri="{FF2B5EF4-FFF2-40B4-BE49-F238E27FC236}">
                      <a16:creationId xmlns:a16="http://schemas.microsoft.com/office/drawing/2014/main" id="{BA3444F3-8EB3-AAA2-7756-20E41E2684E8}"/>
                    </a:ext>
                  </a:extLst>
                </p:cNvPr>
                <p:cNvSpPr/>
                <p:nvPr/>
              </p:nvSpPr>
              <p:spPr>
                <a:xfrm rot="18559057">
                  <a:off x="12959521" y="16499187"/>
                  <a:ext cx="72774" cy="131330"/>
                </a:xfrm>
                <a:prstGeom prst="can">
                  <a:avLst/>
                </a:prstGeom>
                <a:grpFill/>
                <a:ln w="9525" cap="flat" cmpd="sng" algn="ctr">
                  <a:solidFill>
                    <a:srgbClr val="00519E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99" name="Zylinder 98">
                  <a:extLst>
                    <a:ext uri="{FF2B5EF4-FFF2-40B4-BE49-F238E27FC236}">
                      <a16:creationId xmlns:a16="http://schemas.microsoft.com/office/drawing/2014/main" id="{09959064-FC12-77ED-020F-D7A15B16DB62}"/>
                    </a:ext>
                  </a:extLst>
                </p:cNvPr>
                <p:cNvSpPr/>
                <p:nvPr/>
              </p:nvSpPr>
              <p:spPr>
                <a:xfrm rot="21227445">
                  <a:off x="13057374" y="16512155"/>
                  <a:ext cx="87956" cy="108661"/>
                </a:xfrm>
                <a:prstGeom prst="can">
                  <a:avLst/>
                </a:prstGeom>
                <a:grpFill/>
                <a:ln w="9525" cap="flat" cmpd="sng" algn="ctr">
                  <a:solidFill>
                    <a:srgbClr val="00519E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00" name="Zylinder 99">
                  <a:extLst>
                    <a:ext uri="{FF2B5EF4-FFF2-40B4-BE49-F238E27FC236}">
                      <a16:creationId xmlns:a16="http://schemas.microsoft.com/office/drawing/2014/main" id="{B1796A67-4EDE-3B9B-3ADB-D74D56DEEA46}"/>
                    </a:ext>
                  </a:extLst>
                </p:cNvPr>
                <p:cNvSpPr/>
                <p:nvPr/>
              </p:nvSpPr>
              <p:spPr>
                <a:xfrm rot="20233743">
                  <a:off x="12993952" y="16326778"/>
                  <a:ext cx="87956" cy="108661"/>
                </a:xfrm>
                <a:prstGeom prst="can">
                  <a:avLst/>
                </a:prstGeom>
                <a:grpFill/>
                <a:ln w="9525" cap="flat" cmpd="sng" algn="ctr">
                  <a:solidFill>
                    <a:srgbClr val="00519E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01" name="Zylinder 100">
                  <a:extLst>
                    <a:ext uri="{FF2B5EF4-FFF2-40B4-BE49-F238E27FC236}">
                      <a16:creationId xmlns:a16="http://schemas.microsoft.com/office/drawing/2014/main" id="{00E31998-BB55-05C9-99AB-C0C0D90C2D37}"/>
                    </a:ext>
                  </a:extLst>
                </p:cNvPr>
                <p:cNvSpPr/>
                <p:nvPr/>
              </p:nvSpPr>
              <p:spPr>
                <a:xfrm rot="2633214">
                  <a:off x="13060709" y="16300899"/>
                  <a:ext cx="87956" cy="108661"/>
                </a:xfrm>
                <a:prstGeom prst="can">
                  <a:avLst/>
                </a:prstGeom>
                <a:grpFill/>
                <a:ln w="9525" cap="flat" cmpd="sng" algn="ctr">
                  <a:solidFill>
                    <a:srgbClr val="00519E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02" name="Zylinder 101">
                  <a:extLst>
                    <a:ext uri="{FF2B5EF4-FFF2-40B4-BE49-F238E27FC236}">
                      <a16:creationId xmlns:a16="http://schemas.microsoft.com/office/drawing/2014/main" id="{5D4F90CD-7B0F-0C10-7366-3B37419E4AD9}"/>
                    </a:ext>
                  </a:extLst>
                </p:cNvPr>
                <p:cNvSpPr/>
                <p:nvPr/>
              </p:nvSpPr>
              <p:spPr>
                <a:xfrm rot="2633214">
                  <a:off x="13000242" y="16469475"/>
                  <a:ext cx="87956" cy="108661"/>
                </a:xfrm>
                <a:prstGeom prst="can">
                  <a:avLst/>
                </a:prstGeom>
                <a:grpFill/>
                <a:ln w="9525" cap="flat" cmpd="sng" algn="ctr">
                  <a:solidFill>
                    <a:srgbClr val="00519E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03" name="Zylinder 102">
                  <a:extLst>
                    <a:ext uri="{FF2B5EF4-FFF2-40B4-BE49-F238E27FC236}">
                      <a16:creationId xmlns:a16="http://schemas.microsoft.com/office/drawing/2014/main" id="{34889923-6AAC-351F-39B2-50FB1D11EBA5}"/>
                    </a:ext>
                  </a:extLst>
                </p:cNvPr>
                <p:cNvSpPr/>
                <p:nvPr/>
              </p:nvSpPr>
              <p:spPr>
                <a:xfrm rot="9120518">
                  <a:off x="12949203" y="16408462"/>
                  <a:ext cx="87956" cy="108661"/>
                </a:xfrm>
                <a:prstGeom prst="can">
                  <a:avLst/>
                </a:prstGeom>
                <a:grpFill/>
                <a:ln w="9525" cap="flat" cmpd="sng" algn="ctr">
                  <a:solidFill>
                    <a:srgbClr val="00519E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04" name="Zylinder 103">
                  <a:extLst>
                    <a:ext uri="{FF2B5EF4-FFF2-40B4-BE49-F238E27FC236}">
                      <a16:creationId xmlns:a16="http://schemas.microsoft.com/office/drawing/2014/main" id="{6D10883E-38F1-024C-7D03-14D0DA03A515}"/>
                    </a:ext>
                  </a:extLst>
                </p:cNvPr>
                <p:cNvSpPr/>
                <p:nvPr/>
              </p:nvSpPr>
              <p:spPr>
                <a:xfrm rot="16992906">
                  <a:off x="13062085" y="16401833"/>
                  <a:ext cx="72774" cy="131330"/>
                </a:xfrm>
                <a:prstGeom prst="can">
                  <a:avLst/>
                </a:prstGeom>
                <a:grpFill/>
                <a:ln w="9525" cap="flat" cmpd="sng" algn="ctr">
                  <a:solidFill>
                    <a:srgbClr val="00519E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</p:grpSp>
          <p:sp>
            <p:nvSpPr>
              <p:cNvPr id="75" name="Rechteck: abgerundete Ecken 74">
                <a:extLst>
                  <a:ext uri="{FF2B5EF4-FFF2-40B4-BE49-F238E27FC236}">
                    <a16:creationId xmlns:a16="http://schemas.microsoft.com/office/drawing/2014/main" id="{7B02AEF8-B780-4CCA-5465-C9747BD61784}"/>
                  </a:ext>
                </a:extLst>
              </p:cNvPr>
              <p:cNvSpPr/>
              <p:nvPr/>
            </p:nvSpPr>
            <p:spPr>
              <a:xfrm>
                <a:off x="12673740" y="16057618"/>
                <a:ext cx="522006" cy="792088"/>
              </a:xfrm>
              <a:prstGeom prst="roundRect">
                <a:avLst>
                  <a:gd name="adj" fmla="val 46062"/>
                </a:avLst>
              </a:prstGeom>
              <a:noFill/>
              <a:ln w="25400" cap="flat" cmpd="sng" algn="ctr">
                <a:solidFill>
                  <a:srgbClr val="00519E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3986269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76" name="Zylinder 75">
                <a:extLst>
                  <a:ext uri="{FF2B5EF4-FFF2-40B4-BE49-F238E27FC236}">
                    <a16:creationId xmlns:a16="http://schemas.microsoft.com/office/drawing/2014/main" id="{C941BA91-1E8B-890D-7A62-456A065CAA74}"/>
                  </a:ext>
                </a:extLst>
              </p:cNvPr>
              <p:cNvSpPr/>
              <p:nvPr/>
            </p:nvSpPr>
            <p:spPr>
              <a:xfrm rot="1703411">
                <a:off x="12906000" y="16567200"/>
                <a:ext cx="87956" cy="108661"/>
              </a:xfrm>
              <a:prstGeom prst="can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519E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77" name="Zylinder 76">
                <a:extLst>
                  <a:ext uri="{FF2B5EF4-FFF2-40B4-BE49-F238E27FC236}">
                    <a16:creationId xmlns:a16="http://schemas.microsoft.com/office/drawing/2014/main" id="{A8C73E11-509F-871B-304D-9EFA8E625AAA}"/>
                  </a:ext>
                </a:extLst>
              </p:cNvPr>
              <p:cNvSpPr/>
              <p:nvPr/>
            </p:nvSpPr>
            <p:spPr>
              <a:xfrm rot="8190715">
                <a:off x="13005066" y="16264800"/>
                <a:ext cx="87956" cy="108661"/>
              </a:xfrm>
              <a:prstGeom prst="can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519E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78" name="Zylinder 77">
                <a:extLst>
                  <a:ext uri="{FF2B5EF4-FFF2-40B4-BE49-F238E27FC236}">
                    <a16:creationId xmlns:a16="http://schemas.microsoft.com/office/drawing/2014/main" id="{EBBFF37B-728E-FD88-CF79-E2BBFD3B1D52}"/>
                  </a:ext>
                </a:extLst>
              </p:cNvPr>
              <p:cNvSpPr/>
              <p:nvPr/>
            </p:nvSpPr>
            <p:spPr>
              <a:xfrm rot="16063103">
                <a:off x="12794398" y="16236000"/>
                <a:ext cx="72774" cy="131330"/>
              </a:xfrm>
              <a:prstGeom prst="can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519E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79" name="Zylinder 78">
                <a:extLst>
                  <a:ext uri="{FF2B5EF4-FFF2-40B4-BE49-F238E27FC236}">
                    <a16:creationId xmlns:a16="http://schemas.microsoft.com/office/drawing/2014/main" id="{67B5F401-4282-DA2B-5B87-DFE3C2BC1348}"/>
                  </a:ext>
                </a:extLst>
              </p:cNvPr>
              <p:cNvSpPr/>
              <p:nvPr/>
            </p:nvSpPr>
            <p:spPr>
              <a:xfrm>
                <a:off x="12673771" y="16219686"/>
                <a:ext cx="522000" cy="475253"/>
              </a:xfrm>
              <a:prstGeom prst="can">
                <a:avLst>
                  <a:gd name="adj" fmla="val 12614"/>
                </a:avLst>
              </a:prstGeom>
              <a:noFill/>
              <a:ln w="6350" cap="flat" cmpd="sng" algn="ctr">
                <a:solidFill>
                  <a:srgbClr val="00519E"/>
                </a:solidFill>
                <a:prstDash val="sysDot"/>
              </a:ln>
              <a:effectLst/>
            </p:spPr>
            <p:txBody>
              <a:bodyPr rtlCol="0" anchor="ctr"/>
              <a:lstStyle/>
              <a:p>
                <a:pPr marL="0" marR="0" lvl="0" indent="0" algn="ctr" defTabSz="3986269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72" name="Textfeld 71">
              <a:extLst>
                <a:ext uri="{FF2B5EF4-FFF2-40B4-BE49-F238E27FC236}">
                  <a16:creationId xmlns:a16="http://schemas.microsoft.com/office/drawing/2014/main" id="{D0D25F0B-CA4A-4D51-833F-A0DE96B97DC6}"/>
                </a:ext>
              </a:extLst>
            </p:cNvPr>
            <p:cNvSpPr txBox="1"/>
            <p:nvPr/>
          </p:nvSpPr>
          <p:spPr>
            <a:xfrm>
              <a:off x="1293057" y="4055049"/>
              <a:ext cx="1293019" cy="5027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/>
              <a:r>
                <a:rPr lang="en-US" sz="1600" noProof="0">
                  <a:solidFill>
                    <a:schemeClr val="tx2"/>
                  </a:solidFill>
                </a:rPr>
                <a:t>No Catalyst</a:t>
              </a:r>
            </a:p>
            <a:p>
              <a:pPr algn="just"/>
              <a:endParaRPr lang="en-US" sz="1600" baseline="30000" noProof="0">
                <a:solidFill>
                  <a:schemeClr val="tx2"/>
                </a:solidFill>
              </a:endParaRPr>
            </a:p>
          </p:txBody>
        </p:sp>
      </p:grpSp>
      <p:sp>
        <p:nvSpPr>
          <p:cNvPr id="70" name="Textfeld 69">
            <a:extLst>
              <a:ext uri="{FF2B5EF4-FFF2-40B4-BE49-F238E27FC236}">
                <a16:creationId xmlns:a16="http://schemas.microsoft.com/office/drawing/2014/main" id="{D7170373-C3EF-77CD-2B22-495AF4584088}"/>
              </a:ext>
            </a:extLst>
          </p:cNvPr>
          <p:cNvSpPr txBox="1"/>
          <p:nvPr/>
        </p:nvSpPr>
        <p:spPr>
          <a:xfrm>
            <a:off x="677623" y="1436801"/>
            <a:ext cx="4226573" cy="14778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u="sng" noProof="0"/>
              <a:t>Controlled process conditions</a:t>
            </a:r>
          </a:p>
          <a:p>
            <a:pPr marL="285750" indent="-285750">
              <a:lnSpc>
                <a:spcPct val="150000"/>
              </a:lnSpc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en-US" sz="1600" noProof="0"/>
              <a:t>Sufficient heating in an inert atmosphere</a:t>
            </a:r>
          </a:p>
          <a:p>
            <a:pPr marL="285750" indent="-285750">
              <a:lnSpc>
                <a:spcPct val="150000"/>
              </a:lnSpc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en-US" sz="1600" noProof="0"/>
              <a:t>Guaranteed prevention of soot formation Electrically heated zone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6C400447-16CF-31D0-5C72-9936574F2F62}"/>
              </a:ext>
            </a:extLst>
          </p:cNvPr>
          <p:cNvSpPr/>
          <p:nvPr/>
        </p:nvSpPr>
        <p:spPr>
          <a:xfrm>
            <a:off x="4935023" y="935198"/>
            <a:ext cx="7087319" cy="5457825"/>
          </a:xfrm>
          <a:prstGeom prst="rect">
            <a:avLst/>
          </a:prstGeom>
          <a:solidFill>
            <a:srgbClr val="FFFFFF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noProof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DEA8E9B1-49AA-11A5-6FD3-1CCBD6403231}"/>
              </a:ext>
            </a:extLst>
          </p:cNvPr>
          <p:cNvSpPr txBox="1"/>
          <p:nvPr/>
        </p:nvSpPr>
        <p:spPr>
          <a:xfrm>
            <a:off x="598422" y="4637354"/>
            <a:ext cx="4226573" cy="14196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en-US" sz="1600" noProof="0">
                <a:solidFill>
                  <a:schemeClr val="tx2"/>
                </a:solidFill>
              </a:rPr>
              <a:t>Successful proof of concept demonstrated</a:t>
            </a:r>
          </a:p>
          <a:p>
            <a:pPr marL="285750" indent="-285750">
              <a:lnSpc>
                <a:spcPct val="150000"/>
              </a:lnSpc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en-US" sz="1600" noProof="0">
                <a:solidFill>
                  <a:schemeClr val="tx2"/>
                </a:solidFill>
              </a:rPr>
              <a:t>Conversion increases with temperature</a:t>
            </a:r>
          </a:p>
          <a:p>
            <a:pPr marL="285750" indent="-285750">
              <a:lnSpc>
                <a:spcPct val="150000"/>
              </a:lnSpc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en-US" sz="1600" noProof="0">
                <a:solidFill>
                  <a:schemeClr val="tx2"/>
                </a:solidFill>
              </a:rPr>
              <a:t>Maximum conversion 72% at 1100 °C</a:t>
            </a:r>
          </a:p>
          <a:p>
            <a:pPr>
              <a:lnSpc>
                <a:spcPct val="120000"/>
              </a:lnSpc>
              <a:spcBef>
                <a:spcPts val="625"/>
              </a:spcBef>
              <a:buClr>
                <a:schemeClr val="accent2"/>
              </a:buClr>
            </a:pPr>
            <a:endParaRPr lang="en-US" sz="1400" noProof="0">
              <a:solidFill>
                <a:schemeClr val="tx2"/>
              </a:solidFill>
            </a:endParaRPr>
          </a:p>
        </p:txBody>
      </p: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8040CC67-81C1-918B-2754-89CA290332BC}"/>
              </a:ext>
            </a:extLst>
          </p:cNvPr>
          <p:cNvGrpSpPr/>
          <p:nvPr/>
        </p:nvGrpSpPr>
        <p:grpSpPr>
          <a:xfrm>
            <a:off x="6147856" y="1434192"/>
            <a:ext cx="4951563" cy="3745594"/>
            <a:chOff x="5982067" y="1380921"/>
            <a:chExt cx="4951563" cy="3745594"/>
          </a:xfrm>
        </p:grpSpPr>
        <p:pic>
          <p:nvPicPr>
            <p:cNvPr id="5" name="Grafik 4">
              <a:extLst>
                <a:ext uri="{FF2B5EF4-FFF2-40B4-BE49-F238E27FC236}">
                  <a16:creationId xmlns:a16="http://schemas.microsoft.com/office/drawing/2014/main" id="{E1C65AFB-0CE6-E698-2575-8FDB72FF1DD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982067" y="1380921"/>
              <a:ext cx="4951563" cy="3745594"/>
            </a:xfrm>
            <a:prstGeom prst="rect">
              <a:avLst/>
            </a:prstGeom>
            <a:ln w="19050">
              <a:solidFill>
                <a:schemeClr val="accent2"/>
              </a:solidFill>
            </a:ln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feld 7">
                  <a:extLst>
                    <a:ext uri="{FF2B5EF4-FFF2-40B4-BE49-F238E27FC236}">
                      <a16:creationId xmlns:a16="http://schemas.microsoft.com/office/drawing/2014/main" id="{66499D97-22FD-6F07-97F6-0C11B5FBC455}"/>
                    </a:ext>
                  </a:extLst>
                </p:cNvPr>
                <p:cNvSpPr txBox="1"/>
                <p:nvPr/>
              </p:nvSpPr>
              <p:spPr>
                <a:xfrm>
                  <a:off x="7746074" y="4798249"/>
                  <a:ext cx="1881897" cy="31338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r">
                    <a:lnSpc>
                      <a:spcPct val="120000"/>
                    </a:lnSpc>
                    <a:spcBef>
                      <a:spcPts val="625"/>
                    </a:spcBef>
                    <a:buClr>
                      <a:schemeClr val="accent1"/>
                    </a:buClr>
                  </a:pPr>
                  <a:r>
                    <a:rPr lang="de-DE" sz="1800">
                      <a:solidFill>
                        <a:schemeClr val="tx2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Temperature </a:t>
                  </a:r>
                  <a14:m>
                    <m:oMath xmlns:m="http://schemas.openxmlformats.org/officeDocument/2006/math">
                      <m:r>
                        <a:rPr lang="de-DE" sz="18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</m:oMath>
                  </a14:m>
                  <a:r>
                    <a:rPr lang="de-DE" sz="1800">
                      <a:solidFill>
                        <a:schemeClr val="tx2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[°C]</a:t>
                  </a:r>
                </a:p>
              </p:txBody>
            </p:sp>
          </mc:Choice>
          <mc:Fallback xmlns="">
            <p:sp>
              <p:nvSpPr>
                <p:cNvPr id="8" name="Textfeld 7">
                  <a:extLst>
                    <a:ext uri="{FF2B5EF4-FFF2-40B4-BE49-F238E27FC236}">
                      <a16:creationId xmlns:a16="http://schemas.microsoft.com/office/drawing/2014/main" id="{66499D97-22FD-6F07-97F6-0C11B5FBC4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46074" y="4798249"/>
                  <a:ext cx="1881897" cy="313380"/>
                </a:xfrm>
                <a:prstGeom prst="rect">
                  <a:avLst/>
                </a:prstGeom>
                <a:blipFill>
                  <a:blip r:embed="rId12"/>
                  <a:stretch>
                    <a:fillRect l="-3247" t="-15385" r="-7792" b="-42308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feld 8">
                  <a:extLst>
                    <a:ext uri="{FF2B5EF4-FFF2-40B4-BE49-F238E27FC236}">
                      <a16:creationId xmlns:a16="http://schemas.microsoft.com/office/drawing/2014/main" id="{5CB988EE-4B5D-1D7E-9A74-2E34136AB05E}"/>
                    </a:ext>
                  </a:extLst>
                </p:cNvPr>
                <p:cNvSpPr txBox="1"/>
                <p:nvPr/>
              </p:nvSpPr>
              <p:spPr>
                <a:xfrm rot="16200000">
                  <a:off x="5306761" y="2964437"/>
                  <a:ext cx="1881897" cy="303416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r">
                    <a:lnSpc>
                      <a:spcPct val="120000"/>
                    </a:lnSpc>
                    <a:spcBef>
                      <a:spcPts val="625"/>
                    </a:spcBef>
                    <a:buClr>
                      <a:schemeClr val="accent1"/>
                    </a:buClr>
                  </a:pPr>
                  <a:r>
                    <a:rPr lang="de-DE" sz="1800">
                      <a:solidFill>
                        <a:schemeClr val="tx2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Conversion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de-DE" sz="18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de-DE" sz="18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de-DE" sz="18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</m:oMath>
                  </a14:m>
                  <a:r>
                    <a:rPr lang="de-DE" sz="1800">
                      <a:solidFill>
                        <a:schemeClr val="tx2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[%]</a:t>
                  </a:r>
                </a:p>
              </p:txBody>
            </p:sp>
          </mc:Choice>
          <mc:Fallback xmlns="">
            <p:sp>
              <p:nvSpPr>
                <p:cNvPr id="9" name="Textfeld 8">
                  <a:extLst>
                    <a:ext uri="{FF2B5EF4-FFF2-40B4-BE49-F238E27FC236}">
                      <a16:creationId xmlns:a16="http://schemas.microsoft.com/office/drawing/2014/main" id="{5CB988EE-4B5D-1D7E-9A74-2E34136AB0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5306761" y="2964437"/>
                  <a:ext cx="1881897" cy="303416"/>
                </a:xfrm>
                <a:prstGeom prst="rect">
                  <a:avLst/>
                </a:prstGeom>
                <a:blipFill>
                  <a:blip r:embed="rId13"/>
                  <a:stretch>
                    <a:fillRect l="-16000" t="-7767" r="-46000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984363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97797-C856-B27C-E8AC-6C4B164F4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B5AAD28B-346D-0A75-DE0A-D0C508B7D40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noProof="0" err="1"/>
              <a:t>Böblinger</a:t>
            </a:r>
            <a:r>
              <a:rPr lang="en-US" noProof="0"/>
              <a:t> </a:t>
            </a:r>
            <a:r>
              <a:rPr lang="en-US" noProof="0" err="1"/>
              <a:t>Straße</a:t>
            </a:r>
            <a:r>
              <a:rPr lang="en-US" noProof="0"/>
              <a:t> 78</a:t>
            </a:r>
          </a:p>
          <a:p>
            <a:r>
              <a:rPr lang="en-US" noProof="0"/>
              <a:t>70199 Stuttgart</a:t>
            </a:r>
          </a:p>
          <a:p>
            <a:endParaRPr lang="en-US" noProof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70BFE45-4A9C-D22E-9DEE-DA8B4CDDEFC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noProof="0"/>
              <a:t>Daniel Kleschew</a:t>
            </a:r>
          </a:p>
          <a:p>
            <a:endParaRPr lang="en-US" noProof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0D218D9-F545-DA4B-8C10-844DD114AE3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302620" y="3604953"/>
            <a:ext cx="1472798" cy="269249"/>
          </a:xfrm>
        </p:spPr>
        <p:txBody>
          <a:bodyPr/>
          <a:lstStyle/>
          <a:p>
            <a:r>
              <a:rPr lang="en-US" noProof="0"/>
              <a:t>85309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7C40828A-E972-7F84-6F5D-FD7756A73F7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n-US" noProof="0" err="1"/>
              <a:t>Institut</a:t>
            </a:r>
            <a:r>
              <a:rPr lang="en-US" noProof="0"/>
              <a:t> für </a:t>
            </a:r>
            <a:r>
              <a:rPr lang="en-US" noProof="0" err="1"/>
              <a:t>chemische</a:t>
            </a:r>
            <a:r>
              <a:rPr lang="en-US" noProof="0"/>
              <a:t> </a:t>
            </a:r>
            <a:r>
              <a:rPr lang="en-US" noProof="0" err="1"/>
              <a:t>Verfahrenstechnik</a:t>
            </a:r>
            <a:endParaRPr lang="en-US" noProof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ADCBD704-AAF0-795D-524B-9B44D15505B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en-US" noProof="0"/>
              <a:t>daniel.kleschew@icvt.uni-stuttgart.de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95B372D5-DDD3-A3DC-A4D6-B6A526AA62E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52547" y="1368936"/>
            <a:ext cx="4723461" cy="379413"/>
          </a:xfrm>
        </p:spPr>
        <p:txBody>
          <a:bodyPr/>
          <a:lstStyle/>
          <a:p>
            <a:r>
              <a:rPr lang="en-US" sz="2800" noProof="0"/>
              <a:t>Thank you for your attention!</a:t>
            </a:r>
          </a:p>
          <a:p>
            <a:endParaRPr lang="en-US" noProof="0"/>
          </a:p>
        </p:txBody>
      </p:sp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1E641CE7-B72F-D4DF-2373-8ED81F5E79CD}"/>
              </a:ext>
            </a:extLst>
          </p:cNvPr>
          <p:cNvGrpSpPr/>
          <p:nvPr/>
        </p:nvGrpSpPr>
        <p:grpSpPr>
          <a:xfrm>
            <a:off x="6274178" y="4487643"/>
            <a:ext cx="5454089" cy="2370357"/>
            <a:chOff x="6369428" y="4487643"/>
            <a:chExt cx="5454089" cy="2370357"/>
          </a:xfrm>
        </p:grpSpPr>
        <p:sp>
          <p:nvSpPr>
            <p:cNvPr id="8" name="Textplatzhalter 6">
              <a:extLst>
                <a:ext uri="{FF2B5EF4-FFF2-40B4-BE49-F238E27FC236}">
                  <a16:creationId xmlns:a16="http://schemas.microsoft.com/office/drawing/2014/main" id="{A53B6D31-5404-565C-E0A5-25E1D2035950}"/>
                </a:ext>
              </a:extLst>
            </p:cNvPr>
            <p:cNvSpPr txBox="1">
              <a:spLocks/>
            </p:cNvSpPr>
            <p:nvPr/>
          </p:nvSpPr>
          <p:spPr>
            <a:xfrm>
              <a:off x="6416584" y="4487643"/>
              <a:ext cx="4723461" cy="2370357"/>
            </a:xfrm>
            <a:prstGeom prst="rect">
              <a:avLst/>
            </a:prstGeom>
          </p:spPr>
          <p:txBody>
            <a:bodyPr vert="horz" lIns="0" tIns="0" rIns="0" bIns="0" rtlCol="0">
              <a:noAutofit/>
            </a:bodyPr>
            <a:lstStyle>
              <a:lvl1pPr marL="0" indent="0" algn="l" defTabSz="685745" rtl="0" eaLnBrk="1" latinLnBrk="0" hangingPunct="1">
                <a:lnSpc>
                  <a:spcPct val="120000"/>
                </a:lnSpc>
                <a:spcBef>
                  <a:spcPts val="750"/>
                </a:spcBef>
                <a:buClr>
                  <a:schemeClr val="accent1"/>
                </a:buClr>
                <a:buFont typeface="Arial" panose="020B0604020202020204" pitchFamily="34" charset="0"/>
                <a:buNone/>
                <a:defRPr sz="2200" b="0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360334" indent="-184135" algn="l" defTabSz="685745" rtl="0" eaLnBrk="1" latinLnBrk="0" hangingPunct="1">
                <a:lnSpc>
                  <a:spcPct val="120000"/>
                </a:lnSpc>
                <a:spcBef>
                  <a:spcPts val="374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9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536532" indent="-176198" algn="l" defTabSz="685745" rtl="0" eaLnBrk="1" latinLnBrk="0" hangingPunct="1">
                <a:lnSpc>
                  <a:spcPct val="120000"/>
                </a:lnSpc>
                <a:spcBef>
                  <a:spcPts val="374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720667" indent="-184135" algn="l" defTabSz="685745" rtl="0" eaLnBrk="1" latinLnBrk="0" hangingPunct="1">
                <a:lnSpc>
                  <a:spcPct val="120000"/>
                </a:lnSpc>
                <a:spcBef>
                  <a:spcPts val="374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896866" indent="-176198" algn="l" defTabSz="685745" rtl="0" eaLnBrk="1" latinLnBrk="0" hangingPunct="1">
                <a:lnSpc>
                  <a:spcPct val="120000"/>
                </a:lnSpc>
                <a:spcBef>
                  <a:spcPts val="374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1885799" indent="-171436" algn="l" defTabSz="685745" rtl="0" eaLnBrk="1" latinLnBrk="0" hangingPunct="1">
                <a:lnSpc>
                  <a:spcPct val="90000"/>
                </a:lnSpc>
                <a:spcBef>
                  <a:spcPts val="374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672" indent="-171436" algn="l" defTabSz="685745" rtl="0" eaLnBrk="1" latinLnBrk="0" hangingPunct="1">
                <a:lnSpc>
                  <a:spcPct val="90000"/>
                </a:lnSpc>
                <a:spcBef>
                  <a:spcPts val="374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544" indent="-171436" algn="l" defTabSz="685745" rtl="0" eaLnBrk="1" latinLnBrk="0" hangingPunct="1">
                <a:lnSpc>
                  <a:spcPct val="90000"/>
                </a:lnSpc>
                <a:spcBef>
                  <a:spcPts val="374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417" indent="-171436" algn="l" defTabSz="685745" rtl="0" eaLnBrk="1" latinLnBrk="0" hangingPunct="1">
                <a:lnSpc>
                  <a:spcPct val="90000"/>
                </a:lnSpc>
                <a:spcBef>
                  <a:spcPts val="374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000" b="1" noProof="0"/>
                <a:t>Special thanks to:</a:t>
              </a:r>
            </a:p>
          </p:txBody>
        </p:sp>
        <p:pic>
          <p:nvPicPr>
            <p:cNvPr id="9" name="Grafik 8" descr="Ein Bild, das Text enthält.&#10;&#10;Automatisch generierte Beschreibung">
              <a:extLst>
                <a:ext uri="{FF2B5EF4-FFF2-40B4-BE49-F238E27FC236}">
                  <a16:creationId xmlns:a16="http://schemas.microsoft.com/office/drawing/2014/main" id="{B21446B0-3F34-006A-EB52-E77F264BC85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69428" y="4960778"/>
              <a:ext cx="2754612" cy="723335"/>
            </a:xfrm>
            <a:prstGeom prst="rect">
              <a:avLst/>
            </a:prstGeom>
          </p:spPr>
        </p:pic>
        <p:pic>
          <p:nvPicPr>
            <p:cNvPr id="11" name="Bildplatzhalter 22" descr="Ein Bild, das Text enthält.&#10;&#10;Automatisch generierte Beschreibung">
              <a:extLst>
                <a:ext uri="{FF2B5EF4-FFF2-40B4-BE49-F238E27FC236}">
                  <a16:creationId xmlns:a16="http://schemas.microsoft.com/office/drawing/2014/main" id="{FF3409E7-A853-287C-6908-E8992091063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295" b="1185"/>
            <a:stretch/>
          </p:blipFill>
          <p:spPr>
            <a:xfrm>
              <a:off x="9749395" y="4660598"/>
              <a:ext cx="2074122" cy="1026690"/>
            </a:xfrm>
            <a:prstGeom prst="rect">
              <a:avLst/>
            </a:prstGeom>
          </p:spPr>
        </p:pic>
      </p:grp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1F3D8DB4-11B3-4BBF-EBA8-17301069B2C4}"/>
              </a:ext>
            </a:extLst>
          </p:cNvPr>
          <p:cNvGrpSpPr/>
          <p:nvPr/>
        </p:nvGrpSpPr>
        <p:grpSpPr>
          <a:xfrm>
            <a:off x="10184917" y="1202983"/>
            <a:ext cx="1443103" cy="2189478"/>
            <a:chOff x="10096350" y="1020764"/>
            <a:chExt cx="1443103" cy="2189478"/>
          </a:xfrm>
        </p:grpSpPr>
        <p:pic>
          <p:nvPicPr>
            <p:cNvPr id="12" name="Grafik 11" descr="Ein Bild, das Text, Muster, Screenshot, Quadrat enthält.&#10;&#10;KI-generierte Inhalte können fehlerhaft sein.">
              <a:extLst>
                <a:ext uri="{FF2B5EF4-FFF2-40B4-BE49-F238E27FC236}">
                  <a16:creationId xmlns:a16="http://schemas.microsoft.com/office/drawing/2014/main" id="{B0D8DF4B-98EE-6C84-5EEA-1B313AC6F11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-5606"/>
            <a:stretch>
              <a:fillRect/>
            </a:stretch>
          </p:blipFill>
          <p:spPr>
            <a:xfrm>
              <a:off x="10096350" y="1020764"/>
              <a:ext cx="1443103" cy="2189478"/>
            </a:xfrm>
            <a:prstGeom prst="rect">
              <a:avLst/>
            </a:prstGeom>
          </p:spPr>
        </p:pic>
        <p:sp>
          <p:nvSpPr>
            <p:cNvPr id="14" name="Textfeld 13">
              <a:extLst>
                <a:ext uri="{FF2B5EF4-FFF2-40B4-BE49-F238E27FC236}">
                  <a16:creationId xmlns:a16="http://schemas.microsoft.com/office/drawing/2014/main" id="{B1258606-ABCD-E2CD-F746-4EDA52690F80}"/>
                </a:ext>
              </a:extLst>
            </p:cNvPr>
            <p:cNvSpPr txBox="1"/>
            <p:nvPr/>
          </p:nvSpPr>
          <p:spPr>
            <a:xfrm>
              <a:off x="10241564" y="1142137"/>
              <a:ext cx="1178912" cy="402418"/>
            </a:xfrm>
            <a:prstGeom prst="rect">
              <a:avLst/>
            </a:prstGeom>
            <a:solidFill>
              <a:schemeClr val="tx2"/>
            </a:solidFill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20000"/>
                </a:lnSpc>
                <a:spcBef>
                  <a:spcPts val="625"/>
                </a:spcBef>
                <a:buClr>
                  <a:schemeClr val="accent1"/>
                </a:buClr>
              </a:pPr>
              <a:r>
                <a:rPr lang="en-US" sz="2400">
                  <a:solidFill>
                    <a:schemeClr val="bg1"/>
                  </a:solidFill>
                  <a:latin typeface="+mj-lt"/>
                </a:rPr>
                <a:t>PAPER</a:t>
              </a:r>
            </a:p>
          </p:txBody>
        </p:sp>
      </p:grpSp>
      <p:pic>
        <p:nvPicPr>
          <p:cNvPr id="17" name="Grafik 16">
            <a:extLst>
              <a:ext uri="{FF2B5EF4-FFF2-40B4-BE49-F238E27FC236}">
                <a16:creationId xmlns:a16="http://schemas.microsoft.com/office/drawing/2014/main" id="{8DBC950A-8743-283F-3D01-120E66B655E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30969" y="1415370"/>
            <a:ext cx="4018314" cy="1944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2967385"/>
      </p:ext>
    </p:extLst>
  </p:cSld>
  <p:clrMapOvr>
    <a:masterClrMapping/>
  </p:clrMapOvr>
</p:sld>
</file>

<file path=ppt/theme/theme1.xml><?xml version="1.0" encoding="utf-8"?>
<a:theme xmlns:a="http://schemas.openxmlformats.org/drawingml/2006/main" name="ICVT_Titel_Abschluss">
  <a:themeElements>
    <a:clrScheme name="UNI COLOUR">
      <a:dk1>
        <a:srgbClr val="3E444C"/>
      </a:dk1>
      <a:lt1>
        <a:sysClr val="window" lastClr="FFFFFF"/>
      </a:lt1>
      <a:dk2>
        <a:srgbClr val="000000"/>
      </a:dk2>
      <a:lt2>
        <a:srgbClr val="9F9998"/>
      </a:lt2>
      <a:accent1>
        <a:srgbClr val="00BEFF"/>
      </a:accent1>
      <a:accent2>
        <a:srgbClr val="00519E"/>
      </a:accent2>
      <a:accent3>
        <a:srgbClr val="3E444C"/>
      </a:accent3>
      <a:accent4>
        <a:srgbClr val="7DC6EA"/>
      </a:accent4>
      <a:accent5>
        <a:srgbClr val="9F9998"/>
      </a:accent5>
      <a:accent6>
        <a:srgbClr val="FFD500"/>
      </a:accent6>
      <a:hlink>
        <a:srgbClr val="00BEFF"/>
      </a:hlink>
      <a:folHlink>
        <a:srgbClr val="3E444C"/>
      </a:folHlink>
    </a:clrScheme>
    <a:fontScheme name="Universitaet_Stuttgart_Fon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600"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179388" indent="-179388">
          <a:lnSpc>
            <a:spcPct val="120000"/>
          </a:lnSpc>
          <a:spcBef>
            <a:spcPts val="625"/>
          </a:spcBef>
          <a:buClr>
            <a:schemeClr val="accent1"/>
          </a:buClr>
          <a:buFont typeface="Arial" panose="020B0604020202020204" pitchFamily="34" charset="0"/>
          <a:buChar char="•"/>
          <a:defRPr sz="16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Uni_Stuttgart_Vorlage D_4zu3_2016 FINAL.pptx" id="{4841BD3C-E1E3-469F-ADD0-9E6EB31E75F5}" vid="{33357EC2-1038-4565-85BB-7F696209DF7D}"/>
    </a:ext>
  </a:extLst>
</a:theme>
</file>

<file path=ppt/theme/theme2.xml><?xml version="1.0" encoding="utf-8"?>
<a:theme xmlns:a="http://schemas.openxmlformats.org/drawingml/2006/main" name="ICVT_Inhaltsfolien_mitStreifen">
  <a:themeElements>
    <a:clrScheme name="UNI COLOUR">
      <a:dk1>
        <a:srgbClr val="3E444C"/>
      </a:dk1>
      <a:lt1>
        <a:sysClr val="window" lastClr="FFFFFF"/>
      </a:lt1>
      <a:dk2>
        <a:srgbClr val="000000"/>
      </a:dk2>
      <a:lt2>
        <a:srgbClr val="9F9998"/>
      </a:lt2>
      <a:accent1>
        <a:srgbClr val="00BEFF"/>
      </a:accent1>
      <a:accent2>
        <a:srgbClr val="00519E"/>
      </a:accent2>
      <a:accent3>
        <a:srgbClr val="3E444C"/>
      </a:accent3>
      <a:accent4>
        <a:srgbClr val="7DC6EA"/>
      </a:accent4>
      <a:accent5>
        <a:srgbClr val="9F9998"/>
      </a:accent5>
      <a:accent6>
        <a:srgbClr val="FFD500"/>
      </a:accent6>
      <a:hlink>
        <a:srgbClr val="00BEFF"/>
      </a:hlink>
      <a:folHlink>
        <a:srgbClr val="3E444C"/>
      </a:folHlink>
    </a:clrScheme>
    <a:fontScheme name="Universitaet_Stuttgart_Fon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600"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179388" indent="-179388">
          <a:lnSpc>
            <a:spcPct val="120000"/>
          </a:lnSpc>
          <a:spcBef>
            <a:spcPts val="625"/>
          </a:spcBef>
          <a:buClr>
            <a:schemeClr val="accent1"/>
          </a:buClr>
          <a:buFont typeface="Arial" panose="020B0604020202020204" pitchFamily="34" charset="0"/>
          <a:buChar char="•"/>
          <a:defRPr sz="16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Uni_Stuttgart_Vorlage D_4zu3_2016 FINAL.pptx" id="{4841BD3C-E1E3-469F-ADD0-9E6EB31E75F5}" vid="{33357EC2-1038-4565-85BB-7F696209DF7D}"/>
    </a:ext>
  </a:extLst>
</a:theme>
</file>

<file path=ppt/theme/theme3.xml><?xml version="1.0" encoding="utf-8"?>
<a:theme xmlns:a="http://schemas.openxmlformats.org/drawingml/2006/main" name="ICVT_Inhaltsfolien_ohneStreifen">
  <a:themeElements>
    <a:clrScheme name="UNI COLOUR">
      <a:dk1>
        <a:srgbClr val="3E444C"/>
      </a:dk1>
      <a:lt1>
        <a:sysClr val="window" lastClr="FFFFFF"/>
      </a:lt1>
      <a:dk2>
        <a:srgbClr val="000000"/>
      </a:dk2>
      <a:lt2>
        <a:srgbClr val="9F9998"/>
      </a:lt2>
      <a:accent1>
        <a:srgbClr val="00BEFF"/>
      </a:accent1>
      <a:accent2>
        <a:srgbClr val="00519E"/>
      </a:accent2>
      <a:accent3>
        <a:srgbClr val="3E444C"/>
      </a:accent3>
      <a:accent4>
        <a:srgbClr val="7DC6EA"/>
      </a:accent4>
      <a:accent5>
        <a:srgbClr val="9F9998"/>
      </a:accent5>
      <a:accent6>
        <a:srgbClr val="FFD500"/>
      </a:accent6>
      <a:hlink>
        <a:srgbClr val="00BEFF"/>
      </a:hlink>
      <a:folHlink>
        <a:srgbClr val="3E444C"/>
      </a:folHlink>
    </a:clrScheme>
    <a:fontScheme name="Universitaet_Stuttgart_Fon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600"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179388" indent="-179388">
          <a:lnSpc>
            <a:spcPct val="120000"/>
          </a:lnSpc>
          <a:spcBef>
            <a:spcPts val="625"/>
          </a:spcBef>
          <a:buClr>
            <a:schemeClr val="accent1"/>
          </a:buClr>
          <a:buFont typeface="Arial" panose="020B0604020202020204" pitchFamily="34" charset="0"/>
          <a:buChar char="•"/>
          <a:defRPr sz="16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Uni_Stuttgart_Vorlage D_4zu3_2016 FINAL.pptx" id="{4841BD3C-E1E3-469F-ADD0-9E6EB31E75F5}" vid="{33357EC2-1038-4565-85BB-7F696209DF7D}"/>
    </a:ext>
  </a:extLst>
</a:theme>
</file>

<file path=ppt/theme/theme4.xml><?xml version="1.0" encoding="utf-8"?>
<a:theme xmlns:a="http://schemas.openxmlformats.org/drawingml/2006/main" name="1_ICVT_Inhaltsfolien_mitStreifen">
  <a:themeElements>
    <a:clrScheme name="UNI COLOUR">
      <a:dk1>
        <a:srgbClr val="3E444C"/>
      </a:dk1>
      <a:lt1>
        <a:sysClr val="window" lastClr="FFFFFF"/>
      </a:lt1>
      <a:dk2>
        <a:srgbClr val="000000"/>
      </a:dk2>
      <a:lt2>
        <a:srgbClr val="9F9998"/>
      </a:lt2>
      <a:accent1>
        <a:srgbClr val="00BEFF"/>
      </a:accent1>
      <a:accent2>
        <a:srgbClr val="00519E"/>
      </a:accent2>
      <a:accent3>
        <a:srgbClr val="3E444C"/>
      </a:accent3>
      <a:accent4>
        <a:srgbClr val="7DC6EA"/>
      </a:accent4>
      <a:accent5>
        <a:srgbClr val="9F9998"/>
      </a:accent5>
      <a:accent6>
        <a:srgbClr val="FFD500"/>
      </a:accent6>
      <a:hlink>
        <a:srgbClr val="00BEFF"/>
      </a:hlink>
      <a:folHlink>
        <a:srgbClr val="3E444C"/>
      </a:folHlink>
    </a:clrScheme>
    <a:fontScheme name="Universitaet_Stuttgart_Fon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600"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179388" indent="-179388">
          <a:lnSpc>
            <a:spcPct val="120000"/>
          </a:lnSpc>
          <a:spcBef>
            <a:spcPts val="625"/>
          </a:spcBef>
          <a:buClr>
            <a:schemeClr val="accent1"/>
          </a:buClr>
          <a:buFont typeface="Arial" panose="020B0604020202020204" pitchFamily="34" charset="0"/>
          <a:buChar char="•"/>
          <a:defRPr sz="16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Uni_Stuttgart_Vorlage D_4zu3_2016 FINAL.pptx" id="{4841BD3C-E1E3-469F-ADD0-9E6EB31E75F5}" vid="{33357EC2-1038-4565-85BB-7F696209DF7D}"/>
    </a:ext>
  </a:extLst>
</a:theme>
</file>

<file path=ppt/theme/theme5.xml><?xml version="1.0" encoding="utf-8"?>
<a:theme xmlns:a="http://schemas.openxmlformats.org/drawingml/2006/main" name="2_ICVT_Inhaltsfolien_mitStreifen">
  <a:themeElements>
    <a:clrScheme name="UNI COLOUR">
      <a:dk1>
        <a:srgbClr val="3E444C"/>
      </a:dk1>
      <a:lt1>
        <a:sysClr val="window" lastClr="FFFFFF"/>
      </a:lt1>
      <a:dk2>
        <a:srgbClr val="000000"/>
      </a:dk2>
      <a:lt2>
        <a:srgbClr val="9F9998"/>
      </a:lt2>
      <a:accent1>
        <a:srgbClr val="00BEFF"/>
      </a:accent1>
      <a:accent2>
        <a:srgbClr val="00519E"/>
      </a:accent2>
      <a:accent3>
        <a:srgbClr val="3E444C"/>
      </a:accent3>
      <a:accent4>
        <a:srgbClr val="7DC6EA"/>
      </a:accent4>
      <a:accent5>
        <a:srgbClr val="9F9998"/>
      </a:accent5>
      <a:accent6>
        <a:srgbClr val="FFD500"/>
      </a:accent6>
      <a:hlink>
        <a:srgbClr val="00BEFF"/>
      </a:hlink>
      <a:folHlink>
        <a:srgbClr val="3E444C"/>
      </a:folHlink>
    </a:clrScheme>
    <a:fontScheme name="Universitaet_Stuttgart_Fon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600"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179388" indent="-179388">
          <a:lnSpc>
            <a:spcPct val="120000"/>
          </a:lnSpc>
          <a:spcBef>
            <a:spcPts val="625"/>
          </a:spcBef>
          <a:buClr>
            <a:schemeClr val="accent1"/>
          </a:buClr>
          <a:buFont typeface="Arial" panose="020B0604020202020204" pitchFamily="34" charset="0"/>
          <a:buChar char="•"/>
          <a:defRPr sz="16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Uni_Stuttgart_Vorlage D_4zu3_2016 FINAL.pptx" id="{4841BD3C-E1E3-469F-ADD0-9E6EB31E75F5}" vid="{33357EC2-1038-4565-85BB-7F696209DF7D}"/>
    </a:ext>
  </a:extLst>
</a:theme>
</file>

<file path=ppt/theme/theme6.xml><?xml version="1.0" encoding="utf-8"?>
<a:theme xmlns:a="http://schemas.openxmlformats.org/drawingml/2006/main" name="3_ICVT_Inhaltsfolien_mitStreifen">
  <a:themeElements>
    <a:clrScheme name="UNI COLOUR">
      <a:dk1>
        <a:srgbClr val="3E444C"/>
      </a:dk1>
      <a:lt1>
        <a:sysClr val="window" lastClr="FFFFFF"/>
      </a:lt1>
      <a:dk2>
        <a:srgbClr val="000000"/>
      </a:dk2>
      <a:lt2>
        <a:srgbClr val="9F9998"/>
      </a:lt2>
      <a:accent1>
        <a:srgbClr val="00BEFF"/>
      </a:accent1>
      <a:accent2>
        <a:srgbClr val="00519E"/>
      </a:accent2>
      <a:accent3>
        <a:srgbClr val="3E444C"/>
      </a:accent3>
      <a:accent4>
        <a:srgbClr val="7DC6EA"/>
      </a:accent4>
      <a:accent5>
        <a:srgbClr val="9F9998"/>
      </a:accent5>
      <a:accent6>
        <a:srgbClr val="FFD500"/>
      </a:accent6>
      <a:hlink>
        <a:srgbClr val="00BEFF"/>
      </a:hlink>
      <a:folHlink>
        <a:srgbClr val="3E444C"/>
      </a:folHlink>
    </a:clrScheme>
    <a:fontScheme name="Universitaet_Stuttgart_Fon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600"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179388" indent="-179388">
          <a:lnSpc>
            <a:spcPct val="120000"/>
          </a:lnSpc>
          <a:spcBef>
            <a:spcPts val="625"/>
          </a:spcBef>
          <a:buClr>
            <a:schemeClr val="accent1"/>
          </a:buClr>
          <a:buFont typeface="Arial" panose="020B0604020202020204" pitchFamily="34" charset="0"/>
          <a:buChar char="•"/>
          <a:defRPr sz="16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Uni_Stuttgart_Vorlage D_4zu3_2016 FINAL.pptx" id="{4841BD3C-E1E3-469F-ADD0-9E6EB31E75F5}" vid="{33357EC2-1038-4565-85BB-7F696209DF7D}"/>
    </a:ext>
  </a:extLst>
</a:theme>
</file>

<file path=ppt/theme/theme7.xml><?xml version="1.0" encoding="utf-8"?>
<a:theme xmlns:a="http://schemas.openxmlformats.org/drawingml/2006/main" name="Office Theme">
  <a:themeElements>
    <a:clrScheme name="Universität Stuttgart Version 2">
      <a:dk1>
        <a:srgbClr val="323232"/>
      </a:dk1>
      <a:lt1>
        <a:sysClr val="window" lastClr="FFFFFF"/>
      </a:lt1>
      <a:dk2>
        <a:srgbClr val="000000"/>
      </a:dk2>
      <a:lt2>
        <a:srgbClr val="9F9998"/>
      </a:lt2>
      <a:accent1>
        <a:srgbClr val="00BEFF"/>
      </a:accent1>
      <a:accent2>
        <a:srgbClr val="004191"/>
      </a:accent2>
      <a:accent3>
        <a:srgbClr val="323232"/>
      </a:accent3>
      <a:accent4>
        <a:srgbClr val="7DC6EA"/>
      </a:accent4>
      <a:accent5>
        <a:srgbClr val="9F9998"/>
      </a:accent5>
      <a:accent6>
        <a:srgbClr val="FFD500"/>
      </a:accent6>
      <a:hlink>
        <a:srgbClr val="00BEFF"/>
      </a:hlink>
      <a:folHlink>
        <a:srgbClr val="524D4D"/>
      </a:folHlink>
    </a:clrScheme>
    <a:fontScheme name="Universität Stuttgar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Theme">
  <a:themeElements>
    <a:clrScheme name="Universität Stuttgart Version 2">
      <a:dk1>
        <a:srgbClr val="323232"/>
      </a:dk1>
      <a:lt1>
        <a:sysClr val="window" lastClr="FFFFFF"/>
      </a:lt1>
      <a:dk2>
        <a:srgbClr val="000000"/>
      </a:dk2>
      <a:lt2>
        <a:srgbClr val="9F9998"/>
      </a:lt2>
      <a:accent1>
        <a:srgbClr val="00BEFF"/>
      </a:accent1>
      <a:accent2>
        <a:srgbClr val="004191"/>
      </a:accent2>
      <a:accent3>
        <a:srgbClr val="323232"/>
      </a:accent3>
      <a:accent4>
        <a:srgbClr val="7DC6EA"/>
      </a:accent4>
      <a:accent5>
        <a:srgbClr val="9F9998"/>
      </a:accent5>
      <a:accent6>
        <a:srgbClr val="FFD500"/>
      </a:accent6>
      <a:hlink>
        <a:srgbClr val="00BEFF"/>
      </a:hlink>
      <a:folHlink>
        <a:srgbClr val="524D4D"/>
      </a:folHlink>
    </a:clrScheme>
    <a:fontScheme name="Universität Stuttgar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9B5E1334409C914FB945F26023E4E0DA" ma:contentTypeVersion="10" ma:contentTypeDescription="Ein neues Dokument erstellen." ma:contentTypeScope="" ma:versionID="50fe526073942e912c3bd217613e81cc">
  <xsd:schema xmlns:xsd="http://www.w3.org/2001/XMLSchema" xmlns:xs="http://www.w3.org/2001/XMLSchema" xmlns:p="http://schemas.microsoft.com/office/2006/metadata/properties" xmlns:ns2="55c3af10-9308-486a-acb2-466ae9e85ae8" xmlns:ns3="fc86b8ae-c0e6-4678-aaf5-c8dd4f853bb0" targetNamespace="http://schemas.microsoft.com/office/2006/metadata/properties" ma:root="true" ma:fieldsID="8bf1c18e8a9cdd859ee0c0741c6a2a9b" ns2:_="" ns3:_="">
    <xsd:import namespace="55c3af10-9308-486a-acb2-466ae9e85ae8"/>
    <xsd:import namespace="fc86b8ae-c0e6-4678-aaf5-c8dd4f853bb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5c3af10-9308-486a-acb2-466ae9e85ae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ildmarkierungen" ma:readOnly="false" ma:fieldId="{5cf76f15-5ced-4ddc-b409-7134ff3c332f}" ma:taxonomyMulti="true" ma:sspId="7eb3f716-b607-40fd-8db3-d0336428242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c86b8ae-c0e6-4678-aaf5-c8dd4f853bb0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39614e4a-7261-4ad6-a78f-7e4f890ef50c}" ma:internalName="TaxCatchAll" ma:showField="CatchAllData" ma:web="fc86b8ae-c0e6-4678-aaf5-c8dd4f853bb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c86b8ae-c0e6-4678-aaf5-c8dd4f853bb0" xsi:nil="true"/>
    <lcf76f155ced4ddcb4097134ff3c332f xmlns="55c3af10-9308-486a-acb2-466ae9e85ae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CFB83C57-5AA2-48A7-B52C-4119554A71A7}"/>
</file>

<file path=customXml/itemProps2.xml><?xml version="1.0" encoding="utf-8"?>
<ds:datastoreItem xmlns:ds="http://schemas.openxmlformats.org/officeDocument/2006/customXml" ds:itemID="{185B8222-10DE-4103-A24D-ACEC732F3E3A}"/>
</file>

<file path=customXml/itemProps3.xml><?xml version="1.0" encoding="utf-8"?>
<ds:datastoreItem xmlns:ds="http://schemas.openxmlformats.org/officeDocument/2006/customXml" ds:itemID="{870B7FDA-7753-4800-9C3A-7F7AF4C313E8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449</Words>
  <Application>Microsoft Office PowerPoint</Application>
  <PresentationFormat>Breitbild</PresentationFormat>
  <Paragraphs>123</Paragraphs>
  <Slides>7</Slides>
  <Notes>7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6</vt:i4>
      </vt:variant>
      <vt:variant>
        <vt:lpstr>Folientitel</vt:lpstr>
      </vt:variant>
      <vt:variant>
        <vt:i4>7</vt:i4>
      </vt:variant>
    </vt:vector>
  </HeadingPairs>
  <TitlesOfParts>
    <vt:vector size="19" baseType="lpstr">
      <vt:lpstr>Aptos</vt:lpstr>
      <vt:lpstr>Arial</vt:lpstr>
      <vt:lpstr>Calibri</vt:lpstr>
      <vt:lpstr>Cambria Math</vt:lpstr>
      <vt:lpstr>Times New Roman</vt:lpstr>
      <vt:lpstr>Wingdings</vt:lpstr>
      <vt:lpstr>ICVT_Titel_Abschluss</vt:lpstr>
      <vt:lpstr>ICVT_Inhaltsfolien_mitStreifen</vt:lpstr>
      <vt:lpstr>ICVT_Inhaltsfolien_ohneStreifen</vt:lpstr>
      <vt:lpstr>1_ICVT_Inhaltsfolien_mitStreifen</vt:lpstr>
      <vt:lpstr>2_ICVT_Inhaltsfolien_mitStreifen</vt:lpstr>
      <vt:lpstr>3_ICVT_Inhaltsfolien_mitStreifen</vt:lpstr>
      <vt:lpstr>PowerPoint-Präsentation</vt:lpstr>
      <vt:lpstr>Electrification of Chemical Processes</vt:lpstr>
      <vt:lpstr>Experimental Setup</vt:lpstr>
      <vt:lpstr>Heating Behavior</vt:lpstr>
      <vt:lpstr>Why do we need high Temperatures? </vt:lpstr>
      <vt:lpstr>Proof of Concept: Dry Reforming with Electrically Heated OCMC-Tube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Daniel Kleschew</dc:creator>
  <cp:lastModifiedBy>Daniel Kleschew</cp:lastModifiedBy>
  <cp:revision>2</cp:revision>
  <dcterms:created xsi:type="dcterms:W3CDTF">2016-01-19T06:04:30Z</dcterms:created>
  <dcterms:modified xsi:type="dcterms:W3CDTF">2026-04-23T14:24:45Z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0x0101009B5E1334409C914FB945F26023E4E0DA</vt:lpwstr>
  </property>
  <property fmtid="{D5CDD505-2E9C-101B-9397-08002B2CF9AE}" pid="3" name="MediaServiceImageTags">
    <vt:lpwstr/>
  </property>
</Properties>
</file>